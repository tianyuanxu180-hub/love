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a4c05eac6143f0" /><Relationship Type="http://schemas.openxmlformats.org/officeDocument/2006/relationships/extended-properties" Target="/docProps/app.xml" Id="R42d5acdbc8294582" /><Relationship Type="http://schemas.openxmlformats.org/officeDocument/2006/relationships/officeDocument" Target="/ppt/presentation.xml" Id="R36ec4198070d4f0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e63b724e4a74a3f"/>
  </p:sldMasterIdLst>
  <p:notesMasterIdLst>
    <p:notesMasterId xmlns:r="http://schemas.openxmlformats.org/officeDocument/2006/relationships" r:id="R3c4ff8f764fd4fa2"/>
  </p:notesMasterIdLst>
  <p:sldIdLst>
    <p:sldId xmlns:r="http://schemas.openxmlformats.org/officeDocument/2006/relationships" id="256" r:id="R057fec3cfc8a4a44"/>
  </p:sldIdLst>
  <p:sldSz cx="12192000" cy="6858000"/>
  <p:notesSz cx="6858000" cy="9144000"/>
  <p:embeddedFontLst>
    <p:embeddedFont>
      <p:font typeface="思源宋体 CN"/>
      <p:regular xmlns:r="http://schemas.openxmlformats.org/officeDocument/2006/relationships" r:id="R02e96a995b354fc6"/>
    </p:embeddedFont>
    <p:embeddedFont>
      <p:font typeface="微软雅黑"/>
      <p:regular xmlns:r="http://schemas.openxmlformats.org/officeDocument/2006/relationships" r:id="R3d7a774715fd4627"/>
    </p:embeddedFont>
    <p:embeddedFont>
      <p:font typeface="Impact"/>
      <p:regular xmlns:r="http://schemas.openxmlformats.org/officeDocument/2006/relationships" r:id="R4d925618bc9042f5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9d895838b5a7471b"/><Relationship Type="http://schemas.openxmlformats.org/officeDocument/2006/relationships/slideMaster" Target="/ppt/slideMasters/slideMaster1.xml" Id="R1e63b724e4a74a3f"/><Relationship Type="http://schemas.openxmlformats.org/officeDocument/2006/relationships/notesMaster" Target="/ppt/notesMasters/notesMaster1.xml" Id="R3c4ff8f764fd4fa2"/><Relationship Type="http://schemas.openxmlformats.org/officeDocument/2006/relationships/presProps" Target="/ppt/presProps.xml" Id="R1da8061ad4d74cfb"/><Relationship Type="http://schemas.openxmlformats.org/officeDocument/2006/relationships/viewProps" Target="/ppt/viewProps.xml" Id="R5c60e54ac9fd4dee"/><Relationship Type="http://schemas.openxmlformats.org/officeDocument/2006/relationships/tableStyles" Target="/ppt/tableStyles.xml" Id="Rf73a96a64fe84e1b"/><Relationship Type="http://schemas.openxmlformats.org/officeDocument/2006/relationships/font" Target="/ppt/fonts/font.dat" Id="R02e96a995b354fc6"/><Relationship Type="http://schemas.openxmlformats.org/officeDocument/2006/relationships/font" Target="/ppt/fonts/font2.dat" Id="R3d7a774715fd4627"/><Relationship Type="http://schemas.openxmlformats.org/officeDocument/2006/relationships/font" Target="/ppt/fonts/font3.dat" Id="R4d925618bc9042f5"/><Relationship Type="http://schemas.openxmlformats.org/officeDocument/2006/relationships/slide" Target="/ppt/slides/slide1.xml" Id="R057fec3cfc8a4a44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687eae043c49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_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5B94"/>
      </a:accent1>
      <a:accent2>
        <a:srgbClr val="2BA3C0"/>
      </a:accent2>
      <a:accent3>
        <a:srgbClr val="B37328"/>
      </a:accent3>
      <a:accent4>
        <a:srgbClr val="FFC000"/>
      </a:accent4>
      <a:accent5>
        <a:srgbClr val="345964"/>
      </a:accent5>
      <a:accent6>
        <a:srgbClr val="C00000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思源宋体 CN"/>
        <a:cs typeface=""/>
      </a:majorFont>
      <a:minorFont>
        <a:latin typeface="微软雅黑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87e83596f74009" /><Relationship Type="http://schemas.openxmlformats.org/officeDocument/2006/relationships/notesMaster" Target="/ppt/notesMasters/notesMaster1.xml" Id="R116405ccdda543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感谢各位老师和同学的聆听，恳请批评指正。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1786c6c64f43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685b06a04840d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b7b597a7d84c52" /><Relationship Type="http://schemas.openxmlformats.org/officeDocument/2006/relationships/image" Target="/ppt/media/image.png" Id="R39bbcd1bee00421b" /><Relationship Type="http://schemas.openxmlformats.org/officeDocument/2006/relationships/image" Target="/ppt/media/image2.png" Id="R3a94baa6f2234c06" /><Relationship Type="http://schemas.openxmlformats.org/officeDocument/2006/relationships/image" Target="/ppt/media/image.svg" Id="Rbbf6d5f740ff4441" /><Relationship Type="http://schemas.openxmlformats.org/officeDocument/2006/relationships/image" Target="/ppt/media/image3.png" Id="R626de926f31d4d29" /><Relationship Type="http://schemas.openxmlformats.org/officeDocument/2006/relationships/image" Target="/ppt/media/image2.svg" Id="R0def4f8b7dda4a33" /><Relationship Type="http://schemas.openxmlformats.org/officeDocument/2006/relationships/image" Target="/ppt/media/image4.png" Id="R4387983938c649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1c00b713814079" /><Relationship Type="http://schemas.openxmlformats.org/officeDocument/2006/relationships/image" Target="/ppt/media/image5.png" Id="Rb9e60d1be5524971" /><Relationship Type="http://schemas.openxmlformats.org/officeDocument/2006/relationships/image" Target="/ppt/media/image2.png" Id="R18fbfd46d3c749ed" /><Relationship Type="http://schemas.openxmlformats.org/officeDocument/2006/relationships/image" Target="/ppt/media/image.svg" Id="Rf414432fee8d4e9f" /><Relationship Type="http://schemas.openxmlformats.org/officeDocument/2006/relationships/image" Target="/ppt/media/image3.png" Id="R26844f34c46f411f" /><Relationship Type="http://schemas.openxmlformats.org/officeDocument/2006/relationships/image" Target="/ppt/media/image2.svg" Id="R7a6fda33572e4618" /><Relationship Type="http://schemas.openxmlformats.org/officeDocument/2006/relationships/image" Target="/ppt/media/image4.png" Id="R28ffb8baa63f448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8f0e9f28b46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0c742d69d4ff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a83a1bfd59487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e17972705454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522e6a8b374591" /><Relationship Type="http://schemas.openxmlformats.org/officeDocument/2006/relationships/image" Target="/ppt/media/image6.png" Id="R54a4c487cd8f4050" /><Relationship Type="http://schemas.openxmlformats.org/officeDocument/2006/relationships/image" Target="/ppt/media/image7.png" Id="Rbc049cb306f64062" /><Relationship Type="http://schemas.openxmlformats.org/officeDocument/2006/relationships/image" Target="/ppt/media/image3.svg" Id="Rcaed93edd0f14b5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f9954a2acf47c9" /><Relationship Type="http://schemas.openxmlformats.org/officeDocument/2006/relationships/image" Target="/ppt/media/image8.png" Id="R82b8f3122de047ee" /><Relationship Type="http://schemas.openxmlformats.org/officeDocument/2006/relationships/image" Target="/ppt/media/image9.png" Id="R16b92b22c1ac4796" /><Relationship Type="http://schemas.openxmlformats.org/officeDocument/2006/relationships/image" Target="/ppt/media/image4.svg" Id="R36f2fca0fdb5475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7153567538450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24bdebc203432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60c343378435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d51332248e49a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cd06e9e7c4e0a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图形 6">
            <a:extLst xmlns:a="http://schemas.openxmlformats.org/drawingml/2006/main">
              <a:ext uri="{FF2B5EF4-FFF2-40B4-BE49-F238E27FC236}">
                <a16:creationId xmlns:a16="http://schemas.microsoft.com/office/drawing/2014/main" id="{18E50F89-F516-47FA-A1B4-2622D501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4940754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图形 6">
            <a:extLst xmlns:a="http://schemas.openxmlformats.org/drawingml/2006/main">
              <a:ext uri="{FF2B5EF4-FFF2-40B4-BE49-F238E27FC236}">
                <a16:creationId xmlns:a16="http://schemas.microsoft.com/office/drawing/2014/main" id="{EC0D3DF5-519A-40A6-9018-ACD4133F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925558"/>
            <a:ext cx="12192000" cy="148091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4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E9B5F54-C646-4EFC-BEB6-BB4639BDB2C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88571" y="1139131"/>
            <a:ext cx="10014858" cy="1182916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6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3D54F37-1C21-4F62-8F23-A5DA18CE7B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2206856"/>
            <a:ext cx="9144000" cy="602342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CC60527-387D-4F80-A4CF-F30D88105C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72C36F1-92E5-48C9-ADB5-4765A43EF8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467FB7E-8BED-4122-A581-1EE250AEF3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矩形 160">
            <a:extLst xmlns:a="http://schemas.openxmlformats.org/drawingml/2006/main">
              <a:ext uri="{FF2B5EF4-FFF2-40B4-BE49-F238E27FC236}">
                <a16:creationId xmlns:a16="http://schemas.microsoft.com/office/drawing/2014/main" id="{771F1C1E-CDE0-4FB9-B87C-4F9190F4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35772"/>
            <a:ext cx="12192000" cy="262222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75000"/>
            </a:schemeClr>
          </a:solidFill>
          <a:ln xmlns:a="http://schemas.openxmlformats.org/drawingml/2006/main" w="1905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ectangle 160+">
            <a:extLst xmlns:a="http://schemas.openxmlformats.org/drawingml/2006/main">
              <a:ext uri="{FF2B5EF4-FFF2-40B4-BE49-F238E27FC236}">
                <a16:creationId xmlns:a16="http://schemas.microsoft.com/office/drawing/2014/main" id="{CCEB20B1-531C-4853-B06B-559DA268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161" y="4630994"/>
            <a:ext cx="12192000" cy="2227005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bg1"/>
              </a:gs>
              <a:gs pos="100000">
                <a:schemeClr val="accent3">
                  <a:lumMod val="16000"/>
                  <a:lumOff val="84000"/>
                  <a:alpha val="55000"/>
                </a:schemeClr>
              </a:gs>
            </a:gsLst>
            <a:lin ang="8100000" scaled="1"/>
            <a:tileRect/>
          </a:gradFill>
          <a:ln xmlns:a="http://schemas.openxmlformats.org/drawingml/2006/main" w="1905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图形 6">
            <a:extLst xmlns:a="http://schemas.openxmlformats.org/drawingml/2006/main">
              <a:ext uri="{FF2B5EF4-FFF2-40B4-BE49-F238E27FC236}">
                <a16:creationId xmlns:a16="http://schemas.microsoft.com/office/drawing/2014/main" id="{AA8931C3-8428-4EC0-B5FA-4B112E22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35311"/>
            <a:ext cx="12192000" cy="3195684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B1F8A34-53B4-4A0B-BA83-9395D0C34FE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88571" y="2441695"/>
            <a:ext cx="10014858" cy="1182916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6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图形 6">
            <a:extLst xmlns:a="http://schemas.openxmlformats.org/drawingml/2006/main">
              <a:ext uri="{FF2B5EF4-FFF2-40B4-BE49-F238E27FC236}">
                <a16:creationId xmlns:a16="http://schemas.microsoft.com/office/drawing/2014/main" id="{617858F2-E124-4952-B874-DDE31518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4940935"/>
          </a:xfrm>
          <a:custGeom xmlns:a="http://schemas.openxmlformats.org/drawingml/2006/main">
            <a:gdLst>
              <a:gd name="connsiteX0" fmla="*/ 2392871 w 2392965"/>
              <a:gd name="connsiteY0" fmla="*/ 892493 h 1114353"/>
              <a:gd name="connsiteX1" fmla="*/ 1811560 w 2392965"/>
              <a:gd name="connsiteY1" fmla="*/ 923735 h 1114353"/>
              <a:gd name="connsiteX2" fmla="*/ 556070 w 2392965"/>
              <a:gd name="connsiteY2" fmla="*/ 1113377 h 1114353"/>
              <a:gd name="connsiteX3" fmla="*/ 0 w 2392965"/>
              <a:gd name="connsiteY3" fmla="*/ 1073944 h 1114353"/>
              <a:gd name="connsiteX4" fmla="*/ 0 w 2392965"/>
              <a:gd name="connsiteY4" fmla="*/ 0 h 1114353"/>
              <a:gd name="connsiteX5" fmla="*/ 2391061 w 2392965"/>
              <a:gd name="connsiteY5" fmla="*/ 0 h 1114353"/>
              <a:gd name="connsiteX6" fmla="*/ 2392966 w 2392965"/>
              <a:gd name="connsiteY6" fmla="*/ 892493 h 1114353"/>
            </a:gdLst>
            <a:rect l="l" t="t" r="r" b="b"/>
            <a:pathLst>
              <a:path w="2392965" h="1114353">
                <a:moveTo>
                  <a:pt x="2392871" y="892493"/>
                </a:moveTo>
                <a:cubicBezTo>
                  <a:pt x="2276094" y="889159"/>
                  <a:pt x="2026634" y="882110"/>
                  <a:pt x="1811560" y="923735"/>
                </a:cubicBezTo>
                <a:cubicBezTo>
                  <a:pt x="1524286" y="979361"/>
                  <a:pt x="1045083" y="1127760"/>
                  <a:pt x="556070" y="1113377"/>
                </a:cubicBezTo>
                <a:cubicBezTo>
                  <a:pt x="124492" y="1100709"/>
                  <a:pt x="0" y="1073944"/>
                  <a:pt x="0" y="1073944"/>
                </a:cubicBezTo>
                <a:lnTo>
                  <a:pt x="0" y="0"/>
                </a:lnTo>
                <a:lnTo>
                  <a:pt x="2391061" y="0"/>
                </a:lnTo>
                <a:lnTo>
                  <a:pt x="2392966" y="892493"/>
                </a:lnTo>
                <a:close/>
              </a:path>
            </a:pathLst>
          </a:custGeom>
          <a:gradFill xmlns:a="http://schemas.openxmlformats.org/drawingml/2006/main"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图片 24">
            <a:extLst xmlns:a="http://schemas.openxmlformats.org/drawingml/2006/main">
              <a:ext uri="{FF2B5EF4-FFF2-40B4-BE49-F238E27FC236}">
                <a16:creationId xmlns:a16="http://schemas.microsoft.com/office/drawing/2014/main" id="{9A627882-C8BF-4E0A-B801-36D546482F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bcd1bee00421b">
            <a:alphaModFix amt="20000"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2178685"/>
            <a:ext cx="7843520" cy="2764790"/>
          </a:xfrm>
        </p:spPr>
      </p:pic>
      <p:sp>
        <p:nvSpPr>
          <p:cNvPr id="18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DD89E2CA-DA67-4439-BD4B-B52D0172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3945255"/>
            <a:ext cx="12192000" cy="1186815"/>
          </a:xfrm>
          <a:custGeom xmlns:a="http://schemas.openxmlformats.org/drawingml/2006/main">
            <a:gdLst>
              <a:gd name="connsiteX0" fmla="*/ 11281874 w 12192005"/>
              <a:gd name="connsiteY0" fmla="*/ 340 h 1187027"/>
              <a:gd name="connsiteX1" fmla="*/ 12191521 w 12192005"/>
              <a:gd name="connsiteY1" fmla="*/ 11670 h 1187027"/>
              <a:gd name="connsiteX2" fmla="*/ 12191535 w 12192005"/>
              <a:gd name="connsiteY2" fmla="*/ 11670 h 1187027"/>
              <a:gd name="connsiteX3" fmla="*/ 12192005 w 12192005"/>
              <a:gd name="connsiteY3" fmla="*/ 203355 h 1187027"/>
              <a:gd name="connsiteX4" fmla="*/ 12191521 w 12192005"/>
              <a:gd name="connsiteY4" fmla="*/ 203355 h 1187027"/>
              <a:gd name="connsiteX5" fmla="*/ 9229780 w 12192005"/>
              <a:gd name="connsiteY5" fmla="*/ 341874 h 1187027"/>
              <a:gd name="connsiteX6" fmla="*/ 2833140 w 12192005"/>
              <a:gd name="connsiteY6" fmla="*/ 1182698 h 1187027"/>
              <a:gd name="connsiteX7" fmla="*/ 0 w 12192005"/>
              <a:gd name="connsiteY7" fmla="*/ 1007862 h 1187027"/>
              <a:gd name="connsiteX8" fmla="*/ 0 w 12192005"/>
              <a:gd name="connsiteY8" fmla="*/ 816177 h 1187027"/>
              <a:gd name="connsiteX9" fmla="*/ 2833140 w 12192005"/>
              <a:gd name="connsiteY9" fmla="*/ 991013 h 1187027"/>
              <a:gd name="connsiteX10" fmla="*/ 9229780 w 12192005"/>
              <a:gd name="connsiteY10" fmla="*/ 150189 h 1187027"/>
              <a:gd name="connsiteX11" fmla="*/ 11281874 w 12192005"/>
              <a:gd name="connsiteY11" fmla="*/ 340 h 1187027"/>
            </a:gdLst>
            <a:rect l="l" t="t" r="r" b="b"/>
            <a:pathLst>
              <a:path w="12192005" h="1187027">
                <a:moveTo>
                  <a:pt x="11281874" y="340"/>
                </a:moveTo>
                <a:cubicBezTo>
                  <a:pt x="11650229" y="-1733"/>
                  <a:pt x="11968407" y="6127"/>
                  <a:pt x="12191521" y="11670"/>
                </a:cubicBezTo>
                <a:lnTo>
                  <a:pt x="12191535" y="11670"/>
                </a:lnTo>
                <a:lnTo>
                  <a:pt x="12192005" y="203355"/>
                </a:lnTo>
                <a:lnTo>
                  <a:pt x="12191521" y="203355"/>
                </a:lnTo>
                <a:cubicBezTo>
                  <a:pt x="11596550" y="188573"/>
                  <a:pt x="10325568" y="157320"/>
                  <a:pt x="9229780" y="341874"/>
                </a:cubicBezTo>
                <a:cubicBezTo>
                  <a:pt x="7766138" y="588506"/>
                  <a:pt x="5324630" y="1246468"/>
                  <a:pt x="2833140" y="1182698"/>
                </a:cubicBezTo>
                <a:cubicBezTo>
                  <a:pt x="634279" y="1126531"/>
                  <a:pt x="0" y="1007862"/>
                  <a:pt x="0" y="1007862"/>
                </a:cubicBezTo>
                <a:lnTo>
                  <a:pt x="0" y="816177"/>
                </a:lnTo>
                <a:cubicBezTo>
                  <a:pt x="0" y="816177"/>
                  <a:pt x="634279" y="934846"/>
                  <a:pt x="2833140" y="991013"/>
                </a:cubicBezTo>
                <a:cubicBezTo>
                  <a:pt x="5324630" y="1054783"/>
                  <a:pt x="7766138" y="396821"/>
                  <a:pt x="9229780" y="150189"/>
                </a:cubicBezTo>
                <a:cubicBezTo>
                  <a:pt x="9914648" y="34843"/>
                  <a:pt x="10667950" y="3796"/>
                  <a:pt x="11281874" y="340"/>
                </a:cubicBezTo>
                <a:close/>
              </a:path>
            </a:pathLst>
          </a:custGeom>
          <a:gradFill xmlns:a="http://schemas.openxmlformats.org/drawingml/2006/main" flip="none" rotWithShape="1">
            <a:gsLst>
              <a:gs pos="0">
                <a:srgbClr val="FFFEFE"/>
              </a:gs>
              <a:gs pos="42000">
                <a:srgbClr val="F9EFE3"/>
              </a:gs>
              <a:gs pos="100000">
                <a:schemeClr val="accent4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B6BBED1-E4C7-4ABE-BE3F-EE8CC3C753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CA2EB1E-1FC9-4882-8D79-C7F72002E4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2DC7CD2-CED3-47DE-BD37-FC34B2D3A7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图形 4">
            <a:extLst xmlns:a="http://schemas.openxmlformats.org/drawingml/2006/main">
              <a:ext uri="{FF2B5EF4-FFF2-40B4-BE49-F238E27FC236}">
                <a16:creationId xmlns:a16="http://schemas.microsoft.com/office/drawing/2014/main" id="{D675F954-2B67-4126-9ABB-F5349BC3D5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4baa6f2234c06">
            <a:extLst>
              <a:ext uri="{96DAC541-7B7A-43D3-8B79-37D633B846F1}">
                <asvg:svgBlip xmlns:asvg="http://schemas.microsoft.com/office/drawing/2016/SVG/main" r:embed="Rbbf6d5f740ff444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1332" y="273748"/>
            <a:ext cx="3758048" cy="738188"/>
          </a:xfrm>
          <a:prstGeom xmlns:a="http://schemas.openxmlformats.org/drawingml/2006/main" prst="rect">
            <a:avLst/>
          </a:prstGeom>
        </p:spPr>
      </p:pic>
      <p:pic>
        <p:nvPicPr>
          <p:cNvPr id="7" name="图形 6">
            <a:extLst xmlns:a="http://schemas.openxmlformats.org/drawingml/2006/main">
              <a:ext uri="{FF2B5EF4-FFF2-40B4-BE49-F238E27FC236}">
                <a16:creationId xmlns:a16="http://schemas.microsoft.com/office/drawing/2014/main" id="{95C404D3-7235-499C-9356-8183C1A0B6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de926f31d4d29">
            <a:extLst>
              <a:ext uri="{96DAC541-7B7A-43D3-8B79-37D633B846F1}">
                <asvg:svgBlip xmlns:asvg="http://schemas.microsoft.com/office/drawing/2016/SVG/main" r:embed="R0def4f8b7dda4a3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0700000">
            <a:off x="9845288" y="208238"/>
            <a:ext cx="2401315" cy="1700047"/>
          </a:xfrm>
          <a:prstGeom xmlns:a="http://schemas.openxmlformats.org/drawingml/2006/main" prst="rect">
            <a:avLst/>
          </a:prstGeom>
        </p:spPr>
      </p:pic>
      <p:pic>
        <p:nvPicPr>
          <p:cNvPr id="11" name="图片 10">
            <a:extLst xmlns:a="http://schemas.openxmlformats.org/drawingml/2006/main">
              <a:ext uri="{FF2B5EF4-FFF2-40B4-BE49-F238E27FC236}">
                <a16:creationId xmlns:a16="http://schemas.microsoft.com/office/drawing/2014/main" id="{DCE8D685-F9A4-400A-B113-F258A401AC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7983938c649a4">
            <a:biLevel thresh="75000"/>
          </a:blip>
          <a:srcRect xmlns:a="http://schemas.openxmlformats.org/drawingml/2006/main" l="0" t="0" r="0" b="79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4561" y="-97236"/>
            <a:ext cx="3111762" cy="1036406"/>
          </a:xfrm>
          <a:prstGeom xmlns:a="http://schemas.openxmlformats.org/drawingml/2006/main" prst="rect">
            <a:avLst/>
          </a:prstGeom>
        </p:spPr>
      </p:pic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194F28DD-EE52-4EBC-B02A-C3B2ADB4DEB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72751" y="1843897"/>
            <a:ext cx="8175171" cy="1244600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6400" kern="1200" spc="3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lvl="0">
              <a:buNone/>
            </a:pPr>
            <a:r>
              <a:t>点击输入章节标题</a:t>
            </a:r>
            <a:endParaRPr/>
          </a:p>
        </p:txBody>
      </p:sp>
      <p:sp>
        <p:nvSpPr>
          <p:cNvPr id="27" name="内容占位符 26">
            <a:extLst xmlns:a="http://schemas.openxmlformats.org/drawingml/2006/main">
              <a:ext uri="{FF2B5EF4-FFF2-40B4-BE49-F238E27FC236}">
                <a16:creationId xmlns:a16="http://schemas.microsoft.com/office/drawing/2014/main" id="{592A6388-78D3-49A1-B6F3-347583C49514}"/>
              </a:ext>
            </a:extLst>
          </p:cNvPr>
          <p:cNvSpPr>
            <a:spLocks xmlns:a="http://schemas.openxmlformats.org/drawingml/2006/main" noGrp="1"/>
          </p:cNvSpPr>
          <p:nvPr>
            <p:ph idx="14" hasCustomPrompt="1"/>
          </p:nvPr>
        </p:nvSpPr>
        <p:spPr>
          <a:xfrm xmlns:a="http://schemas.openxmlformats.org/drawingml/2006/main">
            <a:off x="3873500" y="3089275"/>
            <a:ext cx="8174038" cy="513379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24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Enter Chapter Title</a:t>
            </a:r>
            <a:endParaRPr/>
          </a:p>
        </p:txBody>
      </p:sp>
      <p:sp>
        <p:nvSpPr>
          <p:cNvPr id="35" name="任意多边形: 形状 9">
            <a:extLst xmlns:a="http://schemas.openxmlformats.org/drawingml/2006/main">
              <a:ext uri="{FF2B5EF4-FFF2-40B4-BE49-F238E27FC236}">
                <a16:creationId xmlns:a16="http://schemas.microsoft.com/office/drawing/2014/main" id="{7557942A-8A43-446F-828E-07CA9CEC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4223" y="724017"/>
            <a:ext cx="108255" cy="35634"/>
          </a:xfrm>
          <a:custGeom xmlns:a="http://schemas.openxmlformats.org/drawingml/2006/main">
            <a:gdLst>
              <a:gd name="connsiteX0" fmla="*/ 8624 w 108255"/>
              <a:gd name="connsiteY0" fmla="*/ 0 h 35634"/>
              <a:gd name="connsiteX1" fmla="*/ 51 w 108255"/>
              <a:gd name="connsiteY1" fmla="*/ 12668 h 35634"/>
              <a:gd name="connsiteX2" fmla="*/ 23483 w 108255"/>
              <a:gd name="connsiteY2" fmla="*/ 31337 h 35634"/>
              <a:gd name="connsiteX3" fmla="*/ 62916 w 108255"/>
              <a:gd name="connsiteY3" fmla="*/ 35624 h 35634"/>
              <a:gd name="connsiteX4" fmla="*/ 108255 w 108255"/>
              <a:gd name="connsiteY4" fmla="*/ 29718 h 35634"/>
              <a:gd name="connsiteX5" fmla="*/ 39771 w 108255"/>
              <a:gd name="connsiteY5" fmla="*/ 10954 h 35634"/>
              <a:gd name="connsiteX6" fmla="*/ 8624 w 108255"/>
              <a:gd name="connsiteY6" fmla="*/ 0 h 35634"/>
            </a:gdLst>
            <a:rect l="l" t="t" r="r" b="b"/>
            <a:pathLst>
              <a:path w="108255" h="35634">
                <a:moveTo>
                  <a:pt x="8624" y="0"/>
                </a:moveTo>
                <a:cubicBezTo>
                  <a:pt x="3766" y="2096"/>
                  <a:pt x="-520" y="6858"/>
                  <a:pt x="51" y="12668"/>
                </a:cubicBezTo>
                <a:cubicBezTo>
                  <a:pt x="1099" y="23717"/>
                  <a:pt x="12720" y="28099"/>
                  <a:pt x="23483" y="31337"/>
                </a:cubicBezTo>
                <a:cubicBezTo>
                  <a:pt x="36627" y="35243"/>
                  <a:pt x="50724" y="35719"/>
                  <a:pt x="62916" y="35624"/>
                </a:cubicBezTo>
                <a:cubicBezTo>
                  <a:pt x="75489" y="35433"/>
                  <a:pt x="89015" y="34766"/>
                  <a:pt x="108255" y="29718"/>
                </a:cubicBezTo>
                <a:cubicBezTo>
                  <a:pt x="86157" y="24860"/>
                  <a:pt x="63202" y="18574"/>
                  <a:pt x="39771" y="10954"/>
                </a:cubicBezTo>
                <a:cubicBezTo>
                  <a:pt x="28341" y="7239"/>
                  <a:pt x="18054" y="3620"/>
                  <a:pt x="8624" y="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6" name="任意多边形: 形状 11">
            <a:extLst xmlns:a="http://schemas.openxmlformats.org/drawingml/2006/main">
              <a:ext uri="{FF2B5EF4-FFF2-40B4-BE49-F238E27FC236}">
                <a16:creationId xmlns:a16="http://schemas.microsoft.com/office/drawing/2014/main" id="{AB3534CE-ADBF-4FCE-8CD1-DA83E560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1074" y="572876"/>
            <a:ext cx="204070" cy="172762"/>
          </a:xfrm>
          <a:custGeom xmlns:a="http://schemas.openxmlformats.org/drawingml/2006/main">
            <a:gdLst>
              <a:gd name="connsiteX0" fmla="*/ 204070 w 204070"/>
              <a:gd name="connsiteY0" fmla="*/ 172763 h 172762"/>
              <a:gd name="connsiteX1" fmla="*/ 117393 w 204070"/>
              <a:gd name="connsiteY1" fmla="*/ 101325 h 172762"/>
              <a:gd name="connsiteX2" fmla="*/ 45384 w 204070"/>
              <a:gd name="connsiteY2" fmla="*/ 1217 h 172762"/>
              <a:gd name="connsiteX3" fmla="*/ 19857 w 204070"/>
              <a:gd name="connsiteY3" fmla="*/ 2646 h 172762"/>
              <a:gd name="connsiteX4" fmla="*/ 140 w 204070"/>
              <a:gd name="connsiteY4" fmla="*/ 39032 h 172762"/>
              <a:gd name="connsiteX5" fmla="*/ 19952 w 204070"/>
              <a:gd name="connsiteY5" fmla="*/ 81894 h 172762"/>
              <a:gd name="connsiteX6" fmla="*/ 31287 w 204070"/>
              <a:gd name="connsiteY6" fmla="*/ 93134 h 172762"/>
              <a:gd name="connsiteX7" fmla="*/ 33573 w 204070"/>
              <a:gd name="connsiteY7" fmla="*/ 95229 h 172762"/>
              <a:gd name="connsiteX8" fmla="*/ 87770 w 204070"/>
              <a:gd name="connsiteY8" fmla="*/ 134186 h 172762"/>
              <a:gd name="connsiteX9" fmla="*/ 144920 w 204070"/>
              <a:gd name="connsiteY9" fmla="*/ 155999 h 172762"/>
              <a:gd name="connsiteX10" fmla="*/ 204070 w 204070"/>
              <a:gd name="connsiteY10" fmla="*/ 172667 h 172762"/>
            </a:gdLst>
            <a:rect l="l" t="t" r="r" b="b"/>
            <a:pathLst>
              <a:path w="204070" h="172762">
                <a:moveTo>
                  <a:pt x="204070" y="172763"/>
                </a:moveTo>
                <a:cubicBezTo>
                  <a:pt x="174828" y="155332"/>
                  <a:pt x="146349" y="131900"/>
                  <a:pt x="117393" y="101325"/>
                </a:cubicBezTo>
                <a:cubicBezTo>
                  <a:pt x="83198" y="65130"/>
                  <a:pt x="60719" y="33888"/>
                  <a:pt x="45384" y="1217"/>
                </a:cubicBezTo>
                <a:cubicBezTo>
                  <a:pt x="31763" y="-1450"/>
                  <a:pt x="25095" y="836"/>
                  <a:pt x="19857" y="2646"/>
                </a:cubicBezTo>
                <a:cubicBezTo>
                  <a:pt x="3759" y="8361"/>
                  <a:pt x="-908" y="25220"/>
                  <a:pt x="140" y="39032"/>
                </a:cubicBezTo>
                <a:cubicBezTo>
                  <a:pt x="1283" y="54367"/>
                  <a:pt x="7760" y="68369"/>
                  <a:pt x="19952" y="81894"/>
                </a:cubicBezTo>
                <a:cubicBezTo>
                  <a:pt x="23476" y="85799"/>
                  <a:pt x="27477" y="89514"/>
                  <a:pt x="31287" y="93134"/>
                </a:cubicBezTo>
                <a:lnTo>
                  <a:pt x="33573" y="95229"/>
                </a:lnTo>
                <a:cubicBezTo>
                  <a:pt x="53385" y="113898"/>
                  <a:pt x="70530" y="126281"/>
                  <a:pt x="87770" y="134186"/>
                </a:cubicBezTo>
                <a:cubicBezTo>
                  <a:pt x="103867" y="141616"/>
                  <a:pt x="121965" y="148474"/>
                  <a:pt x="144920" y="155999"/>
                </a:cubicBezTo>
                <a:cubicBezTo>
                  <a:pt x="165018" y="162571"/>
                  <a:pt x="184830" y="168191"/>
                  <a:pt x="204070" y="172667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7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17FE9994-0442-4360-8B31-837FBD09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2696" y="362216"/>
            <a:ext cx="112832" cy="382184"/>
          </a:xfrm>
          <a:custGeom xmlns:a="http://schemas.openxmlformats.org/drawingml/2006/main">
            <a:gdLst>
              <a:gd name="connsiteX0" fmla="*/ 95497 w 112832"/>
              <a:gd name="connsiteY0" fmla="*/ 121961 h 382184"/>
              <a:gd name="connsiteX1" fmla="*/ 97687 w 112832"/>
              <a:gd name="connsiteY1" fmla="*/ 98435 h 382184"/>
              <a:gd name="connsiteX2" fmla="*/ 107879 w 112832"/>
              <a:gd name="connsiteY2" fmla="*/ 37094 h 382184"/>
              <a:gd name="connsiteX3" fmla="*/ 112832 w 112832"/>
              <a:gd name="connsiteY3" fmla="*/ 22711 h 382184"/>
              <a:gd name="connsiteX4" fmla="*/ 84257 w 112832"/>
              <a:gd name="connsiteY4" fmla="*/ 4518 h 382184"/>
              <a:gd name="connsiteX5" fmla="*/ 38728 w 112832"/>
              <a:gd name="connsiteY5" fmla="*/ 6899 h 382184"/>
              <a:gd name="connsiteX6" fmla="*/ 1390 w 112832"/>
              <a:gd name="connsiteY6" fmla="*/ 69764 h 382184"/>
              <a:gd name="connsiteX7" fmla="*/ 16439 w 112832"/>
              <a:gd name="connsiteY7" fmla="*/ 205686 h 382184"/>
              <a:gd name="connsiteX8" fmla="*/ 63302 w 112832"/>
              <a:gd name="connsiteY8" fmla="*/ 330273 h 382184"/>
              <a:gd name="connsiteX9" fmla="*/ 98545 w 112832"/>
              <a:gd name="connsiteY9" fmla="*/ 382184 h 382184"/>
              <a:gd name="connsiteX10" fmla="*/ 90067 w 112832"/>
              <a:gd name="connsiteY10" fmla="*/ 235880 h 382184"/>
              <a:gd name="connsiteX11" fmla="*/ 95497 w 112832"/>
              <a:gd name="connsiteY11" fmla="*/ 121866 h 382184"/>
            </a:gdLst>
            <a:rect l="l" t="t" r="r" b="b"/>
            <a:pathLst>
              <a:path w="112832" h="382184">
                <a:moveTo>
                  <a:pt x="95497" y="121961"/>
                </a:moveTo>
                <a:cubicBezTo>
                  <a:pt x="96163" y="115103"/>
                  <a:pt x="96925" y="107769"/>
                  <a:pt x="97687" y="98435"/>
                </a:cubicBezTo>
                <a:cubicBezTo>
                  <a:pt x="99116" y="81099"/>
                  <a:pt x="101497" y="58525"/>
                  <a:pt x="107879" y="37094"/>
                </a:cubicBezTo>
                <a:cubicBezTo>
                  <a:pt x="109403" y="31950"/>
                  <a:pt x="111118" y="27283"/>
                  <a:pt x="112832" y="22711"/>
                </a:cubicBezTo>
                <a:cubicBezTo>
                  <a:pt x="106831" y="17663"/>
                  <a:pt x="95116" y="9281"/>
                  <a:pt x="84257" y="4518"/>
                </a:cubicBezTo>
                <a:cubicBezTo>
                  <a:pt x="68731" y="-2245"/>
                  <a:pt x="53015" y="-1387"/>
                  <a:pt x="38728" y="6899"/>
                </a:cubicBezTo>
                <a:cubicBezTo>
                  <a:pt x="18820" y="18425"/>
                  <a:pt x="4152" y="43190"/>
                  <a:pt x="1390" y="69764"/>
                </a:cubicBezTo>
                <a:cubicBezTo>
                  <a:pt x="-3849" y="118818"/>
                  <a:pt x="6724" y="168158"/>
                  <a:pt x="16439" y="205686"/>
                </a:cubicBezTo>
                <a:cubicBezTo>
                  <a:pt x="28155" y="250739"/>
                  <a:pt x="44347" y="293793"/>
                  <a:pt x="63302" y="330273"/>
                </a:cubicBezTo>
                <a:cubicBezTo>
                  <a:pt x="74351" y="351419"/>
                  <a:pt x="85876" y="368469"/>
                  <a:pt x="98545" y="382184"/>
                </a:cubicBezTo>
                <a:cubicBezTo>
                  <a:pt x="93877" y="341036"/>
                  <a:pt x="89115" y="289030"/>
                  <a:pt x="90067" y="235880"/>
                </a:cubicBezTo>
                <a:cubicBezTo>
                  <a:pt x="91401" y="163300"/>
                  <a:pt x="93211" y="145012"/>
                  <a:pt x="95497" y="121866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8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3FF5C114-FA08-43ED-AD1B-EF820CE6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8926" y="339269"/>
            <a:ext cx="142405" cy="404369"/>
          </a:xfrm>
          <a:custGeom xmlns:a="http://schemas.openxmlformats.org/drawingml/2006/main">
            <a:gdLst>
              <a:gd name="connsiteX0" fmla="*/ 117568 w 142405"/>
              <a:gd name="connsiteY0" fmla="*/ 169578 h 404369"/>
              <a:gd name="connsiteX1" fmla="*/ 125283 w 142405"/>
              <a:gd name="connsiteY1" fmla="*/ 147099 h 404369"/>
              <a:gd name="connsiteX2" fmla="*/ 140809 w 142405"/>
              <a:gd name="connsiteY2" fmla="*/ 88234 h 404369"/>
              <a:gd name="connsiteX3" fmla="*/ 134522 w 142405"/>
              <a:gd name="connsiteY3" fmla="*/ 29370 h 404369"/>
              <a:gd name="connsiteX4" fmla="*/ 95089 w 142405"/>
              <a:gd name="connsiteY4" fmla="*/ 1462 h 404369"/>
              <a:gd name="connsiteX5" fmla="*/ 94136 w 142405"/>
              <a:gd name="connsiteY5" fmla="*/ 1271 h 404369"/>
              <a:gd name="connsiteX6" fmla="*/ 47559 w 142405"/>
              <a:gd name="connsiteY6" fmla="*/ 10796 h 404369"/>
              <a:gd name="connsiteX7" fmla="*/ 17651 w 142405"/>
              <a:gd name="connsiteY7" fmla="*/ 61850 h 404369"/>
              <a:gd name="connsiteX8" fmla="*/ 7649 w 142405"/>
              <a:gd name="connsiteY8" fmla="*/ 121858 h 404369"/>
              <a:gd name="connsiteX9" fmla="*/ 5459 w 142405"/>
              <a:gd name="connsiteY9" fmla="*/ 145480 h 404369"/>
              <a:gd name="connsiteX10" fmla="*/ 125 w 142405"/>
              <a:gd name="connsiteY10" fmla="*/ 259018 h 404369"/>
              <a:gd name="connsiteX11" fmla="*/ 8507 w 142405"/>
              <a:gd name="connsiteY11" fmla="*/ 404369 h 404369"/>
              <a:gd name="connsiteX12" fmla="*/ 75848 w 142405"/>
              <a:gd name="connsiteY12" fmla="*/ 275210 h 404369"/>
              <a:gd name="connsiteX13" fmla="*/ 117568 w 142405"/>
              <a:gd name="connsiteY13" fmla="*/ 169483 h 404369"/>
            </a:gdLst>
            <a:rect l="l" t="t" r="r" b="b"/>
            <a:pathLst>
              <a:path w="142405" h="404369">
                <a:moveTo>
                  <a:pt x="117568" y="169578"/>
                </a:moveTo>
                <a:cubicBezTo>
                  <a:pt x="119759" y="163006"/>
                  <a:pt x="122140" y="155957"/>
                  <a:pt x="125283" y="147099"/>
                </a:cubicBezTo>
                <a:cubicBezTo>
                  <a:pt x="130998" y="131002"/>
                  <a:pt x="137952" y="109856"/>
                  <a:pt x="140809" y="88234"/>
                </a:cubicBezTo>
                <a:cubicBezTo>
                  <a:pt x="144238" y="62612"/>
                  <a:pt x="142142" y="43372"/>
                  <a:pt x="134522" y="29370"/>
                </a:cubicBezTo>
                <a:cubicBezTo>
                  <a:pt x="126998" y="15559"/>
                  <a:pt x="111662" y="4605"/>
                  <a:pt x="95089" y="1462"/>
                </a:cubicBezTo>
                <a:cubicBezTo>
                  <a:pt x="94803" y="1462"/>
                  <a:pt x="94422" y="1366"/>
                  <a:pt x="94136" y="1271"/>
                </a:cubicBezTo>
                <a:cubicBezTo>
                  <a:pt x="77944" y="-2158"/>
                  <a:pt x="59846" y="1462"/>
                  <a:pt x="47559" y="10796"/>
                </a:cubicBezTo>
                <a:cubicBezTo>
                  <a:pt x="34796" y="20416"/>
                  <a:pt x="24985" y="37180"/>
                  <a:pt x="17651" y="61850"/>
                </a:cubicBezTo>
                <a:cubicBezTo>
                  <a:pt x="11459" y="82710"/>
                  <a:pt x="9078" y="104903"/>
                  <a:pt x="7649" y="121858"/>
                </a:cubicBezTo>
                <a:cubicBezTo>
                  <a:pt x="6887" y="131192"/>
                  <a:pt x="6125" y="138526"/>
                  <a:pt x="5459" y="145480"/>
                </a:cubicBezTo>
                <a:cubicBezTo>
                  <a:pt x="3173" y="168530"/>
                  <a:pt x="1458" y="186628"/>
                  <a:pt x="125" y="259018"/>
                </a:cubicBezTo>
                <a:cubicBezTo>
                  <a:pt x="-828" y="311691"/>
                  <a:pt x="3839" y="363507"/>
                  <a:pt x="8507" y="404369"/>
                </a:cubicBezTo>
                <a:cubicBezTo>
                  <a:pt x="29557" y="368936"/>
                  <a:pt x="55084" y="323692"/>
                  <a:pt x="75848" y="275210"/>
                </a:cubicBezTo>
                <a:cubicBezTo>
                  <a:pt x="104328" y="208726"/>
                  <a:pt x="110138" y="191390"/>
                  <a:pt x="117568" y="16948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9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EE573E9B-DA84-4554-9320-7A950EAA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5923" y="422062"/>
            <a:ext cx="174174" cy="319195"/>
          </a:xfrm>
          <a:custGeom xmlns:a="http://schemas.openxmlformats.org/drawingml/2006/main">
            <a:gdLst>
              <a:gd name="connsiteX0" fmla="*/ 87116 w 174174"/>
              <a:gd name="connsiteY0" fmla="*/ 247853 h 319195"/>
              <a:gd name="connsiteX1" fmla="*/ 174174 w 174174"/>
              <a:gd name="connsiteY1" fmla="*/ 319195 h 319195"/>
              <a:gd name="connsiteX2" fmla="*/ 144456 w 174174"/>
              <a:gd name="connsiteY2" fmla="*/ 273380 h 319195"/>
              <a:gd name="connsiteX3" fmla="*/ 97117 w 174174"/>
              <a:gd name="connsiteY3" fmla="*/ 147555 h 319195"/>
              <a:gd name="connsiteX4" fmla="*/ 81782 w 174174"/>
              <a:gd name="connsiteY4" fmla="*/ 10966 h 319195"/>
              <a:gd name="connsiteX5" fmla="*/ 53111 w 174174"/>
              <a:gd name="connsiteY5" fmla="*/ 13 h 319195"/>
              <a:gd name="connsiteX6" fmla="*/ 12344 w 174174"/>
              <a:gd name="connsiteY6" fmla="*/ 22492 h 319195"/>
              <a:gd name="connsiteX7" fmla="*/ 13011 w 174174"/>
              <a:gd name="connsiteY7" fmla="*/ 141935 h 319195"/>
              <a:gd name="connsiteX8" fmla="*/ 87211 w 174174"/>
              <a:gd name="connsiteY8" fmla="*/ 247758 h 319195"/>
            </a:gdLst>
            <a:rect l="l" t="t" r="r" b="b"/>
            <a:pathLst>
              <a:path w="174174" h="319195">
                <a:moveTo>
                  <a:pt x="87116" y="247853"/>
                </a:moveTo>
                <a:cubicBezTo>
                  <a:pt x="116167" y="278619"/>
                  <a:pt x="144837" y="302050"/>
                  <a:pt x="174174" y="319195"/>
                </a:cubicBezTo>
                <a:cubicBezTo>
                  <a:pt x="163601" y="306527"/>
                  <a:pt x="153791" y="291382"/>
                  <a:pt x="144456" y="273380"/>
                </a:cubicBezTo>
                <a:cubicBezTo>
                  <a:pt x="125311" y="236518"/>
                  <a:pt x="108928" y="192989"/>
                  <a:pt x="97117" y="147555"/>
                </a:cubicBezTo>
                <a:cubicBezTo>
                  <a:pt x="87306" y="109931"/>
                  <a:pt x="76829" y="60496"/>
                  <a:pt x="81782" y="10966"/>
                </a:cubicBezTo>
                <a:cubicBezTo>
                  <a:pt x="74447" y="4299"/>
                  <a:pt x="62636" y="-273"/>
                  <a:pt x="53111" y="13"/>
                </a:cubicBezTo>
                <a:cubicBezTo>
                  <a:pt x="35109" y="679"/>
                  <a:pt x="21393" y="8204"/>
                  <a:pt x="12344" y="22492"/>
                </a:cubicBezTo>
                <a:cubicBezTo>
                  <a:pt x="-8325" y="55162"/>
                  <a:pt x="533" y="113074"/>
                  <a:pt x="13011" y="141935"/>
                </a:cubicBezTo>
                <a:cubicBezTo>
                  <a:pt x="28061" y="176797"/>
                  <a:pt x="50921" y="209372"/>
                  <a:pt x="87211" y="247758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0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7D0B0C7E-EAA4-459C-B569-2310AC73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4387" y="503624"/>
            <a:ext cx="269979" cy="244967"/>
          </a:xfrm>
          <a:custGeom xmlns:a="http://schemas.openxmlformats.org/drawingml/2006/main">
            <a:gdLst>
              <a:gd name="connsiteX0" fmla="*/ 45910 w 269979"/>
              <a:gd name="connsiteY0" fmla="*/ 215440 h 244967"/>
              <a:gd name="connsiteX1" fmla="*/ 0 w 269979"/>
              <a:gd name="connsiteY1" fmla="*/ 244967 h 244967"/>
              <a:gd name="connsiteX2" fmla="*/ 108680 w 269979"/>
              <a:gd name="connsiteY2" fmla="*/ 215630 h 244967"/>
              <a:gd name="connsiteX3" fmla="*/ 219742 w 269979"/>
              <a:gd name="connsiteY3" fmla="*/ 149622 h 244967"/>
              <a:gd name="connsiteX4" fmla="*/ 269367 w 269979"/>
              <a:gd name="connsiteY4" fmla="*/ 40942 h 244967"/>
              <a:gd name="connsiteX5" fmla="*/ 241459 w 269979"/>
              <a:gd name="connsiteY5" fmla="*/ 3699 h 244967"/>
              <a:gd name="connsiteX6" fmla="*/ 210788 w 269979"/>
              <a:gd name="connsiteY6" fmla="*/ 1889 h 244967"/>
              <a:gd name="connsiteX7" fmla="*/ 140779 w 269979"/>
              <a:gd name="connsiteY7" fmla="*/ 120094 h 244967"/>
              <a:gd name="connsiteX8" fmla="*/ 45910 w 269979"/>
              <a:gd name="connsiteY8" fmla="*/ 215440 h 244967"/>
            </a:gdLst>
            <a:rect l="l" t="t" r="r" b="b"/>
            <a:pathLst>
              <a:path w="269979" h="244967">
                <a:moveTo>
                  <a:pt x="45910" y="215440"/>
                </a:moveTo>
                <a:cubicBezTo>
                  <a:pt x="30004" y="228013"/>
                  <a:pt x="14859" y="237728"/>
                  <a:pt x="0" y="244967"/>
                </a:cubicBezTo>
                <a:cubicBezTo>
                  <a:pt x="33814" y="241348"/>
                  <a:pt x="69532" y="231727"/>
                  <a:pt x="108680" y="215630"/>
                </a:cubicBezTo>
                <a:cubicBezTo>
                  <a:pt x="157544" y="195532"/>
                  <a:pt x="191738" y="175149"/>
                  <a:pt x="219742" y="149622"/>
                </a:cubicBezTo>
                <a:cubicBezTo>
                  <a:pt x="242983" y="128381"/>
                  <a:pt x="274796" y="79137"/>
                  <a:pt x="269367" y="40942"/>
                </a:cubicBezTo>
                <a:cubicBezTo>
                  <a:pt x="266986" y="24178"/>
                  <a:pt x="257556" y="11700"/>
                  <a:pt x="241459" y="3699"/>
                </a:cubicBezTo>
                <a:cubicBezTo>
                  <a:pt x="232981" y="-492"/>
                  <a:pt x="220123" y="-1159"/>
                  <a:pt x="210788" y="1889"/>
                </a:cubicBezTo>
                <a:cubicBezTo>
                  <a:pt x="194977" y="49038"/>
                  <a:pt x="165068" y="89805"/>
                  <a:pt x="140779" y="120094"/>
                </a:cubicBezTo>
                <a:cubicBezTo>
                  <a:pt x="111347" y="156766"/>
                  <a:pt x="78486" y="189722"/>
                  <a:pt x="45910" y="21544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1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73D2A182-534B-4C7B-95D7-D4C36708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7244" y="663343"/>
            <a:ext cx="246245" cy="104018"/>
          </a:xfrm>
          <a:custGeom xmlns:a="http://schemas.openxmlformats.org/drawingml/2006/main">
            <a:gdLst>
              <a:gd name="connsiteX0" fmla="*/ 237649 w 246245"/>
              <a:gd name="connsiteY0" fmla="*/ 11811 h 104018"/>
              <a:gd name="connsiteX1" fmla="*/ 214979 w 246245"/>
              <a:gd name="connsiteY1" fmla="*/ 0 h 104018"/>
              <a:gd name="connsiteX2" fmla="*/ 108299 w 246245"/>
              <a:gd name="connsiteY2" fmla="*/ 61817 h 104018"/>
              <a:gd name="connsiteX3" fmla="*/ 0 w 246245"/>
              <a:gd name="connsiteY3" fmla="*/ 91345 h 104018"/>
              <a:gd name="connsiteX4" fmla="*/ 60674 w 246245"/>
              <a:gd name="connsiteY4" fmla="*/ 100394 h 104018"/>
              <a:gd name="connsiteX5" fmla="*/ 121730 w 246245"/>
              <a:gd name="connsiteY5" fmla="*/ 104013 h 104018"/>
              <a:gd name="connsiteX6" fmla="*/ 187166 w 246245"/>
              <a:gd name="connsiteY6" fmla="*/ 90678 h 104018"/>
              <a:gd name="connsiteX7" fmla="*/ 190024 w 246245"/>
              <a:gd name="connsiteY7" fmla="*/ 89725 h 104018"/>
              <a:gd name="connsiteX8" fmla="*/ 204978 w 246245"/>
              <a:gd name="connsiteY8" fmla="*/ 84106 h 104018"/>
              <a:gd name="connsiteX9" fmla="*/ 240697 w 246245"/>
              <a:gd name="connsiteY9" fmla="*/ 53149 h 104018"/>
              <a:gd name="connsiteX10" fmla="*/ 237649 w 246245"/>
              <a:gd name="connsiteY10" fmla="*/ 11906 h 104018"/>
            </a:gdLst>
            <a:rect l="l" t="t" r="r" b="b"/>
            <a:pathLst>
              <a:path w="246245" h="104018">
                <a:moveTo>
                  <a:pt x="237649" y="11811"/>
                </a:moveTo>
                <a:cubicBezTo>
                  <a:pt x="233553" y="7906"/>
                  <a:pt x="228505" y="3143"/>
                  <a:pt x="214979" y="0"/>
                </a:cubicBezTo>
                <a:cubicBezTo>
                  <a:pt x="187547" y="23527"/>
                  <a:pt x="154305" y="42863"/>
                  <a:pt x="108299" y="61817"/>
                </a:cubicBezTo>
                <a:cubicBezTo>
                  <a:pt x="69437" y="77819"/>
                  <a:pt x="33814" y="87440"/>
                  <a:pt x="0" y="91345"/>
                </a:cubicBezTo>
                <a:cubicBezTo>
                  <a:pt x="19336" y="95059"/>
                  <a:pt x="39719" y="98107"/>
                  <a:pt x="60674" y="100394"/>
                </a:cubicBezTo>
                <a:cubicBezTo>
                  <a:pt x="84582" y="102965"/>
                  <a:pt x="104013" y="104108"/>
                  <a:pt x="121730" y="104013"/>
                </a:cubicBezTo>
                <a:cubicBezTo>
                  <a:pt x="140684" y="103823"/>
                  <a:pt x="161449" y="99631"/>
                  <a:pt x="187166" y="90678"/>
                </a:cubicBezTo>
                <a:lnTo>
                  <a:pt x="190024" y="89725"/>
                </a:lnTo>
                <a:cubicBezTo>
                  <a:pt x="194977" y="88011"/>
                  <a:pt x="200120" y="86201"/>
                  <a:pt x="204978" y="84106"/>
                </a:cubicBezTo>
                <a:cubicBezTo>
                  <a:pt x="221647" y="76772"/>
                  <a:pt x="233363" y="66675"/>
                  <a:pt x="240697" y="53149"/>
                </a:cubicBezTo>
                <a:cubicBezTo>
                  <a:pt x="247269" y="40957"/>
                  <a:pt x="249936" y="23717"/>
                  <a:pt x="237649" y="11906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2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C70EA2EC-E6E8-4A05-93F1-BD33941E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7148" y="758974"/>
            <a:ext cx="107015" cy="37138"/>
          </a:xfrm>
          <a:custGeom xmlns:a="http://schemas.openxmlformats.org/drawingml/2006/main">
            <a:gdLst>
              <a:gd name="connsiteX0" fmla="*/ 102965 w 107015"/>
              <a:gd name="connsiteY0" fmla="*/ 13811 h 37138"/>
              <a:gd name="connsiteX1" fmla="*/ 70104 w 107015"/>
              <a:gd name="connsiteY1" fmla="*/ 10954 h 37138"/>
              <a:gd name="connsiteX2" fmla="*/ 0 w 107015"/>
              <a:gd name="connsiteY2" fmla="*/ 0 h 37138"/>
              <a:gd name="connsiteX3" fmla="*/ 38481 w 107015"/>
              <a:gd name="connsiteY3" fmla="*/ 23717 h 37138"/>
              <a:gd name="connsiteX4" fmla="*/ 76676 w 107015"/>
              <a:gd name="connsiteY4" fmla="*/ 36290 h 37138"/>
              <a:gd name="connsiteX5" fmla="*/ 105632 w 107015"/>
              <a:gd name="connsiteY5" fmla="*/ 28861 h 37138"/>
              <a:gd name="connsiteX6" fmla="*/ 102965 w 107015"/>
              <a:gd name="connsiteY6" fmla="*/ 13811 h 37138"/>
            </a:gdLst>
            <a:rect l="l" t="t" r="r" b="b"/>
            <a:pathLst>
              <a:path w="107015" h="37138">
                <a:moveTo>
                  <a:pt x="102965" y="13811"/>
                </a:moveTo>
                <a:cubicBezTo>
                  <a:pt x="92869" y="13240"/>
                  <a:pt x="82010" y="12287"/>
                  <a:pt x="70104" y="10954"/>
                </a:cubicBezTo>
                <a:cubicBezTo>
                  <a:pt x="45625" y="8287"/>
                  <a:pt x="22193" y="4667"/>
                  <a:pt x="0" y="0"/>
                </a:cubicBezTo>
                <a:cubicBezTo>
                  <a:pt x="15526" y="12478"/>
                  <a:pt x="27527" y="18669"/>
                  <a:pt x="38481" y="23717"/>
                </a:cubicBezTo>
                <a:cubicBezTo>
                  <a:pt x="50006" y="29051"/>
                  <a:pt x="63055" y="34480"/>
                  <a:pt x="76676" y="36290"/>
                </a:cubicBezTo>
                <a:cubicBezTo>
                  <a:pt x="87820" y="37719"/>
                  <a:pt x="100203" y="38481"/>
                  <a:pt x="105632" y="28861"/>
                </a:cubicBezTo>
                <a:cubicBezTo>
                  <a:pt x="108490" y="23813"/>
                  <a:pt x="106585" y="17717"/>
                  <a:pt x="102965" y="13811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3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115193A5-7FB1-490E-93B4-E525B225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2957" y="408349"/>
            <a:ext cx="221392" cy="338622"/>
          </a:xfrm>
          <a:custGeom xmlns:a="http://schemas.openxmlformats.org/drawingml/2006/main">
            <a:gdLst>
              <a:gd name="connsiteX0" fmla="*/ 53435 w 221392"/>
              <a:gd name="connsiteY0" fmla="*/ 305762 h 338622"/>
              <a:gd name="connsiteX1" fmla="*/ 147256 w 221392"/>
              <a:gd name="connsiteY1" fmla="*/ 211369 h 338622"/>
              <a:gd name="connsiteX2" fmla="*/ 216789 w 221392"/>
              <a:gd name="connsiteY2" fmla="*/ 93545 h 338622"/>
              <a:gd name="connsiteX3" fmla="*/ 208502 w 221392"/>
              <a:gd name="connsiteY3" fmla="*/ 20869 h 338622"/>
              <a:gd name="connsiteX4" fmla="*/ 167926 w 221392"/>
              <a:gd name="connsiteY4" fmla="*/ 9 h 338622"/>
              <a:gd name="connsiteX5" fmla="*/ 134398 w 221392"/>
              <a:gd name="connsiteY5" fmla="*/ 4867 h 338622"/>
              <a:gd name="connsiteX6" fmla="*/ 133064 w 221392"/>
              <a:gd name="connsiteY6" fmla="*/ 20012 h 338622"/>
              <a:gd name="connsiteX7" fmla="*/ 117253 w 221392"/>
              <a:gd name="connsiteY7" fmla="*/ 80114 h 338622"/>
              <a:gd name="connsiteX8" fmla="*/ 109538 w 221392"/>
              <a:gd name="connsiteY8" fmla="*/ 102498 h 338622"/>
              <a:gd name="connsiteX9" fmla="*/ 67723 w 221392"/>
              <a:gd name="connsiteY9" fmla="*/ 208702 h 338622"/>
              <a:gd name="connsiteX10" fmla="*/ 0 w 221392"/>
              <a:gd name="connsiteY10" fmla="*/ 338623 h 338622"/>
              <a:gd name="connsiteX11" fmla="*/ 53435 w 221392"/>
              <a:gd name="connsiteY11" fmla="*/ 305762 h 338622"/>
            </a:gdLst>
            <a:rect l="l" t="t" r="r" b="b"/>
            <a:pathLst>
              <a:path w="221392" h="338622">
                <a:moveTo>
                  <a:pt x="53435" y="305762"/>
                </a:moveTo>
                <a:cubicBezTo>
                  <a:pt x="85630" y="280330"/>
                  <a:pt x="118110" y="247754"/>
                  <a:pt x="147256" y="211369"/>
                </a:cubicBezTo>
                <a:cubicBezTo>
                  <a:pt x="171545" y="181175"/>
                  <a:pt x="201454" y="140408"/>
                  <a:pt x="216789" y="93545"/>
                </a:cubicBezTo>
                <a:cubicBezTo>
                  <a:pt x="225171" y="68113"/>
                  <a:pt x="221933" y="39538"/>
                  <a:pt x="208502" y="20869"/>
                </a:cubicBezTo>
                <a:cubicBezTo>
                  <a:pt x="198882" y="7439"/>
                  <a:pt x="184880" y="200"/>
                  <a:pt x="167926" y="9"/>
                </a:cubicBezTo>
                <a:cubicBezTo>
                  <a:pt x="156115" y="-181"/>
                  <a:pt x="142018" y="2676"/>
                  <a:pt x="134398" y="4867"/>
                </a:cubicBezTo>
                <a:cubicBezTo>
                  <a:pt x="134112" y="9725"/>
                  <a:pt x="133731" y="14678"/>
                  <a:pt x="133064" y="20012"/>
                </a:cubicBezTo>
                <a:cubicBezTo>
                  <a:pt x="130112" y="42205"/>
                  <a:pt x="123063" y="63827"/>
                  <a:pt x="117253" y="80114"/>
                </a:cubicBezTo>
                <a:cubicBezTo>
                  <a:pt x="114109" y="88973"/>
                  <a:pt x="111728" y="95926"/>
                  <a:pt x="109538" y="102498"/>
                </a:cubicBezTo>
                <a:cubicBezTo>
                  <a:pt x="102108" y="124501"/>
                  <a:pt x="96203" y="141932"/>
                  <a:pt x="67723" y="208702"/>
                </a:cubicBezTo>
                <a:cubicBezTo>
                  <a:pt x="46863" y="257565"/>
                  <a:pt x="21146" y="302999"/>
                  <a:pt x="0" y="338623"/>
                </a:cubicBezTo>
                <a:cubicBezTo>
                  <a:pt x="17145" y="331289"/>
                  <a:pt x="34766" y="320525"/>
                  <a:pt x="53435" y="305762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4" name="任意多边形: 形状 23">
            <a:extLst xmlns:a="http://schemas.openxmlformats.org/drawingml/2006/main">
              <a:ext uri="{FF2B5EF4-FFF2-40B4-BE49-F238E27FC236}">
                <a16:creationId xmlns:a16="http://schemas.microsoft.com/office/drawing/2014/main" id="{4BC1CFDB-EF63-43F9-A812-A69930E3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559" y="803943"/>
            <a:ext cx="76250" cy="40500"/>
          </a:xfrm>
          <a:custGeom xmlns:a="http://schemas.openxmlformats.org/drawingml/2006/main">
            <a:gdLst>
              <a:gd name="connsiteX0" fmla="*/ 1765 w 76250"/>
              <a:gd name="connsiteY0" fmla="*/ 24860 h 40500"/>
              <a:gd name="connsiteX1" fmla="*/ 1955 w 76250"/>
              <a:gd name="connsiteY1" fmla="*/ 36385 h 40500"/>
              <a:gd name="connsiteX2" fmla="*/ 24530 w 76250"/>
              <a:gd name="connsiteY2" fmla="*/ 37814 h 40500"/>
              <a:gd name="connsiteX3" fmla="*/ 50723 w 76250"/>
              <a:gd name="connsiteY3" fmla="*/ 23336 h 40500"/>
              <a:gd name="connsiteX4" fmla="*/ 76250 w 76250"/>
              <a:gd name="connsiteY4" fmla="*/ 0 h 40500"/>
              <a:gd name="connsiteX5" fmla="*/ 25768 w 76250"/>
              <a:gd name="connsiteY5" fmla="*/ 18098 h 40500"/>
              <a:gd name="connsiteX6" fmla="*/ 1765 w 76250"/>
              <a:gd name="connsiteY6" fmla="*/ 24860 h 40500"/>
            </a:gdLst>
            <a:rect l="l" t="t" r="r" b="b"/>
            <a:pathLst>
              <a:path w="76250" h="40500">
                <a:moveTo>
                  <a:pt x="1765" y="24860"/>
                </a:moveTo>
                <a:cubicBezTo>
                  <a:pt x="-331" y="28289"/>
                  <a:pt x="-902" y="33052"/>
                  <a:pt x="1955" y="36385"/>
                </a:cubicBezTo>
                <a:cubicBezTo>
                  <a:pt x="7385" y="42767"/>
                  <a:pt x="16433" y="40481"/>
                  <a:pt x="24530" y="37814"/>
                </a:cubicBezTo>
                <a:cubicBezTo>
                  <a:pt x="34340" y="34576"/>
                  <a:pt x="43294" y="28670"/>
                  <a:pt x="50723" y="23336"/>
                </a:cubicBezTo>
                <a:cubicBezTo>
                  <a:pt x="58439" y="17812"/>
                  <a:pt x="66535" y="11430"/>
                  <a:pt x="76250" y="0"/>
                </a:cubicBezTo>
                <a:cubicBezTo>
                  <a:pt x="60439" y="6572"/>
                  <a:pt x="43580" y="12668"/>
                  <a:pt x="25768" y="18098"/>
                </a:cubicBezTo>
                <a:cubicBezTo>
                  <a:pt x="17100" y="20765"/>
                  <a:pt x="9099" y="22955"/>
                  <a:pt x="1765" y="2486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A769A796-62A6-4E64-A837-0C0DF9D4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6150" y="764795"/>
            <a:ext cx="191658" cy="65708"/>
          </a:xfrm>
          <a:custGeom xmlns:a="http://schemas.openxmlformats.org/drawingml/2006/main">
            <a:gdLst>
              <a:gd name="connsiteX0" fmla="*/ 191658 w 191658"/>
              <a:gd name="connsiteY0" fmla="*/ 37243 h 65708"/>
              <a:gd name="connsiteX1" fmla="*/ 107076 w 191658"/>
              <a:gd name="connsiteY1" fmla="*/ 30670 h 65708"/>
              <a:gd name="connsiteX2" fmla="*/ 19065 w 191658"/>
              <a:gd name="connsiteY2" fmla="*/ 0 h 65708"/>
              <a:gd name="connsiteX3" fmla="*/ 3920 w 191658"/>
              <a:gd name="connsiteY3" fmla="*/ 12001 h 65708"/>
              <a:gd name="connsiteX4" fmla="*/ 7540 w 191658"/>
              <a:gd name="connsiteY4" fmla="*/ 43053 h 65708"/>
              <a:gd name="connsiteX5" fmla="*/ 38401 w 191658"/>
              <a:gd name="connsiteY5" fmla="*/ 60960 h 65708"/>
              <a:gd name="connsiteX6" fmla="*/ 50307 w 191658"/>
              <a:gd name="connsiteY6" fmla="*/ 62960 h 65708"/>
              <a:gd name="connsiteX7" fmla="*/ 52593 w 191658"/>
              <a:gd name="connsiteY7" fmla="*/ 63341 h 65708"/>
              <a:gd name="connsiteX8" fmla="*/ 103076 w 191658"/>
              <a:gd name="connsiteY8" fmla="*/ 63913 h 65708"/>
              <a:gd name="connsiteX9" fmla="*/ 147843 w 191658"/>
              <a:gd name="connsiteY9" fmla="*/ 52578 h 65708"/>
              <a:gd name="connsiteX10" fmla="*/ 191658 w 191658"/>
              <a:gd name="connsiteY10" fmla="*/ 37243 h 65708"/>
            </a:gdLst>
            <a:rect l="l" t="t" r="r" b="b"/>
            <a:pathLst>
              <a:path w="191658" h="65708">
                <a:moveTo>
                  <a:pt x="191658" y="37243"/>
                </a:moveTo>
                <a:cubicBezTo>
                  <a:pt x="166036" y="39148"/>
                  <a:pt x="138223" y="37052"/>
                  <a:pt x="107076" y="30670"/>
                </a:cubicBezTo>
                <a:cubicBezTo>
                  <a:pt x="70214" y="23146"/>
                  <a:pt x="42782" y="13621"/>
                  <a:pt x="19065" y="0"/>
                </a:cubicBezTo>
                <a:cubicBezTo>
                  <a:pt x="9445" y="4286"/>
                  <a:pt x="6397" y="8572"/>
                  <a:pt x="3920" y="12001"/>
                </a:cubicBezTo>
                <a:cubicBezTo>
                  <a:pt x="-3604" y="22574"/>
                  <a:pt x="872" y="34957"/>
                  <a:pt x="7540" y="43053"/>
                </a:cubicBezTo>
                <a:cubicBezTo>
                  <a:pt x="14874" y="52006"/>
                  <a:pt x="24971" y="57912"/>
                  <a:pt x="38401" y="60960"/>
                </a:cubicBezTo>
                <a:cubicBezTo>
                  <a:pt x="42306" y="61817"/>
                  <a:pt x="46402" y="62389"/>
                  <a:pt x="50307" y="62960"/>
                </a:cubicBezTo>
                <a:lnTo>
                  <a:pt x="52593" y="63341"/>
                </a:lnTo>
                <a:cubicBezTo>
                  <a:pt x="72881" y="66294"/>
                  <a:pt x="88979" y="66484"/>
                  <a:pt x="103076" y="63913"/>
                </a:cubicBezTo>
                <a:cubicBezTo>
                  <a:pt x="116220" y="61531"/>
                  <a:pt x="130508" y="57912"/>
                  <a:pt x="147843" y="52578"/>
                </a:cubicBezTo>
                <a:cubicBezTo>
                  <a:pt x="163178" y="47911"/>
                  <a:pt x="177847" y="42767"/>
                  <a:pt x="191658" y="3724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99D00CC5-FD72-41A6-A203-CE53B450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2920" y="565451"/>
            <a:ext cx="204508" cy="228871"/>
          </a:xfrm>
          <a:custGeom xmlns:a="http://schemas.openxmlformats.org/drawingml/2006/main">
            <a:gdLst>
              <a:gd name="connsiteX0" fmla="*/ 89446 w 204508"/>
              <a:gd name="connsiteY0" fmla="*/ 69233 h 228871"/>
              <a:gd name="connsiteX1" fmla="*/ 80588 w 204508"/>
              <a:gd name="connsiteY1" fmla="*/ 53802 h 228871"/>
              <a:gd name="connsiteX2" fmla="*/ 60300 w 204508"/>
              <a:gd name="connsiteY2" fmla="*/ 11416 h 228871"/>
              <a:gd name="connsiteX3" fmla="*/ 57157 w 204508"/>
              <a:gd name="connsiteY3" fmla="*/ 367 h 228871"/>
              <a:gd name="connsiteX4" fmla="*/ 31630 w 204508"/>
              <a:gd name="connsiteY4" fmla="*/ 1510 h 228871"/>
              <a:gd name="connsiteX5" fmla="*/ 4483 w 204508"/>
              <a:gd name="connsiteY5" fmla="*/ 22751 h 228871"/>
              <a:gd name="connsiteX6" fmla="*/ 8674 w 204508"/>
              <a:gd name="connsiteY6" fmla="*/ 77900 h 228871"/>
              <a:gd name="connsiteX7" fmla="*/ 77064 w 204508"/>
              <a:gd name="connsiteY7" fmla="*/ 155434 h 228871"/>
              <a:gd name="connsiteX8" fmla="*/ 160122 w 204508"/>
              <a:gd name="connsiteY8" fmla="*/ 212108 h 228871"/>
              <a:gd name="connsiteX9" fmla="*/ 204508 w 204508"/>
              <a:gd name="connsiteY9" fmla="*/ 228872 h 228871"/>
              <a:gd name="connsiteX10" fmla="*/ 135738 w 204508"/>
              <a:gd name="connsiteY10" fmla="*/ 142099 h 228871"/>
              <a:gd name="connsiteX11" fmla="*/ 89542 w 204508"/>
              <a:gd name="connsiteY11" fmla="*/ 69233 h 228871"/>
            </a:gdLst>
            <a:rect l="l" t="t" r="r" b="b"/>
            <a:pathLst>
              <a:path w="204508" h="228871">
                <a:moveTo>
                  <a:pt x="89446" y="69233"/>
                </a:moveTo>
                <a:cubicBezTo>
                  <a:pt x="86875" y="64661"/>
                  <a:pt x="84112" y="59898"/>
                  <a:pt x="80588" y="53802"/>
                </a:cubicBezTo>
                <a:cubicBezTo>
                  <a:pt x="73921" y="42467"/>
                  <a:pt x="65634" y="27418"/>
                  <a:pt x="60300" y="11416"/>
                </a:cubicBezTo>
                <a:cubicBezTo>
                  <a:pt x="59062" y="7606"/>
                  <a:pt x="58014" y="3891"/>
                  <a:pt x="57157" y="367"/>
                </a:cubicBezTo>
                <a:cubicBezTo>
                  <a:pt x="51251" y="-205"/>
                  <a:pt x="40393" y="-300"/>
                  <a:pt x="31630" y="1510"/>
                </a:cubicBezTo>
                <a:cubicBezTo>
                  <a:pt x="19152" y="4082"/>
                  <a:pt x="9722" y="11416"/>
                  <a:pt x="4483" y="22751"/>
                </a:cubicBezTo>
                <a:cubicBezTo>
                  <a:pt x="-2756" y="38562"/>
                  <a:pt x="-1136" y="60184"/>
                  <a:pt x="8674" y="77900"/>
                </a:cubicBezTo>
                <a:cubicBezTo>
                  <a:pt x="26772" y="110476"/>
                  <a:pt x="54680" y="136479"/>
                  <a:pt x="77064" y="155434"/>
                </a:cubicBezTo>
                <a:cubicBezTo>
                  <a:pt x="103924" y="178199"/>
                  <a:pt x="132595" y="197820"/>
                  <a:pt x="160122" y="212108"/>
                </a:cubicBezTo>
                <a:cubicBezTo>
                  <a:pt x="176124" y="220394"/>
                  <a:pt x="190697" y="225919"/>
                  <a:pt x="204508" y="228872"/>
                </a:cubicBezTo>
                <a:cubicBezTo>
                  <a:pt x="183744" y="205440"/>
                  <a:pt x="158217" y="175341"/>
                  <a:pt x="135738" y="142099"/>
                </a:cubicBezTo>
                <a:cubicBezTo>
                  <a:pt x="105067" y="96569"/>
                  <a:pt x="98209" y="84473"/>
                  <a:pt x="89542" y="6923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76A353BE-D982-42EE-8203-8FA7C97C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21892" y="500488"/>
            <a:ext cx="148965" cy="290596"/>
          </a:xfrm>
          <a:custGeom xmlns:a="http://schemas.openxmlformats.org/drawingml/2006/main">
            <a:gdLst>
              <a:gd name="connsiteX0" fmla="*/ 114294 w 148965"/>
              <a:gd name="connsiteY0" fmla="*/ 98096 h 290596"/>
              <a:gd name="connsiteX1" fmla="*/ 109341 w 148965"/>
              <a:gd name="connsiteY1" fmla="*/ 80856 h 290596"/>
              <a:gd name="connsiteX2" fmla="*/ 93339 w 148965"/>
              <a:gd name="connsiteY2" fmla="*/ 37708 h 290596"/>
              <a:gd name="connsiteX3" fmla="*/ 63907 w 148965"/>
              <a:gd name="connsiteY3" fmla="*/ 3989 h 290596"/>
              <a:gd name="connsiteX4" fmla="*/ 27426 w 148965"/>
              <a:gd name="connsiteY4" fmla="*/ 3799 h 290596"/>
              <a:gd name="connsiteX5" fmla="*/ 26759 w 148965"/>
              <a:gd name="connsiteY5" fmla="*/ 4085 h 290596"/>
              <a:gd name="connsiteX6" fmla="*/ 2090 w 148965"/>
              <a:gd name="connsiteY6" fmla="*/ 30183 h 290596"/>
              <a:gd name="connsiteX7" fmla="*/ 5804 w 148965"/>
              <a:gd name="connsiteY7" fmla="*/ 74760 h 290596"/>
              <a:gd name="connsiteX8" fmla="*/ 25712 w 148965"/>
              <a:gd name="connsiteY8" fmla="*/ 116194 h 290596"/>
              <a:gd name="connsiteX9" fmla="*/ 34665 w 148965"/>
              <a:gd name="connsiteY9" fmla="*/ 131720 h 290596"/>
              <a:gd name="connsiteX10" fmla="*/ 80671 w 148965"/>
              <a:gd name="connsiteY10" fmla="*/ 204300 h 290596"/>
              <a:gd name="connsiteX11" fmla="*/ 148965 w 148965"/>
              <a:gd name="connsiteY11" fmla="*/ 290597 h 290596"/>
              <a:gd name="connsiteX12" fmla="*/ 134487 w 148965"/>
              <a:gd name="connsiteY12" fmla="*/ 181535 h 290596"/>
              <a:gd name="connsiteX13" fmla="*/ 114389 w 148965"/>
              <a:gd name="connsiteY13" fmla="*/ 98001 h 290596"/>
            </a:gdLst>
            <a:rect l="l" t="t" r="r" b="b"/>
            <a:pathLst>
              <a:path w="148965" h="290596">
                <a:moveTo>
                  <a:pt x="114294" y="98096"/>
                </a:moveTo>
                <a:cubicBezTo>
                  <a:pt x="112770" y="93048"/>
                  <a:pt x="111246" y="87714"/>
                  <a:pt x="109341" y="80856"/>
                </a:cubicBezTo>
                <a:cubicBezTo>
                  <a:pt x="105912" y="68474"/>
                  <a:pt x="100959" y="52281"/>
                  <a:pt x="93339" y="37708"/>
                </a:cubicBezTo>
                <a:cubicBezTo>
                  <a:pt x="84386" y="20372"/>
                  <a:pt x="74670" y="9323"/>
                  <a:pt x="63907" y="3989"/>
                </a:cubicBezTo>
                <a:cubicBezTo>
                  <a:pt x="53239" y="-1249"/>
                  <a:pt x="38951" y="-1345"/>
                  <a:pt x="27426" y="3799"/>
                </a:cubicBezTo>
                <a:cubicBezTo>
                  <a:pt x="27236" y="3799"/>
                  <a:pt x="26950" y="3989"/>
                  <a:pt x="26759" y="4085"/>
                </a:cubicBezTo>
                <a:cubicBezTo>
                  <a:pt x="15234" y="8942"/>
                  <a:pt x="5614" y="19134"/>
                  <a:pt x="2090" y="30183"/>
                </a:cubicBezTo>
                <a:cubicBezTo>
                  <a:pt x="-1625" y="41708"/>
                  <a:pt x="-387" y="56282"/>
                  <a:pt x="5804" y="74760"/>
                </a:cubicBezTo>
                <a:cubicBezTo>
                  <a:pt x="11043" y="90381"/>
                  <a:pt x="19139" y="105145"/>
                  <a:pt x="25712" y="116194"/>
                </a:cubicBezTo>
                <a:cubicBezTo>
                  <a:pt x="29331" y="122290"/>
                  <a:pt x="32093" y="127148"/>
                  <a:pt x="34665" y="131720"/>
                </a:cubicBezTo>
                <a:cubicBezTo>
                  <a:pt x="43238" y="146960"/>
                  <a:pt x="50096" y="158961"/>
                  <a:pt x="80671" y="204300"/>
                </a:cubicBezTo>
                <a:cubicBezTo>
                  <a:pt x="102959" y="237352"/>
                  <a:pt x="128296" y="267260"/>
                  <a:pt x="148965" y="290597"/>
                </a:cubicBezTo>
                <a:cubicBezTo>
                  <a:pt x="146584" y="259545"/>
                  <a:pt x="142774" y="220493"/>
                  <a:pt x="134487" y="181535"/>
                </a:cubicBezTo>
                <a:cubicBezTo>
                  <a:pt x="123152" y="128005"/>
                  <a:pt x="119247" y="114765"/>
                  <a:pt x="114389" y="98001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CC63D1BF-9BAC-4D9A-B998-F6E6B0EC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0104" y="646567"/>
            <a:ext cx="228942" cy="151493"/>
          </a:xfrm>
          <a:custGeom xmlns:a="http://schemas.openxmlformats.org/drawingml/2006/main">
            <a:gdLst>
              <a:gd name="connsiteX0" fmla="*/ 144075 w 228942"/>
              <a:gd name="connsiteY0" fmla="*/ 144327 h 151493"/>
              <a:gd name="connsiteX1" fmla="*/ 228942 w 228942"/>
              <a:gd name="connsiteY1" fmla="*/ 150709 h 151493"/>
              <a:gd name="connsiteX2" fmla="*/ 190652 w 228942"/>
              <a:gd name="connsiteY2" fmla="*/ 135278 h 151493"/>
              <a:gd name="connsiteX3" fmla="*/ 106737 w 228942"/>
              <a:gd name="connsiteY3" fmla="*/ 78033 h 151493"/>
              <a:gd name="connsiteX4" fmla="*/ 37966 w 228942"/>
              <a:gd name="connsiteY4" fmla="*/ 214 h 151493"/>
              <a:gd name="connsiteX5" fmla="*/ 15487 w 228942"/>
              <a:gd name="connsiteY5" fmla="*/ 5929 h 151493"/>
              <a:gd name="connsiteX6" fmla="*/ 57 w 228942"/>
              <a:gd name="connsiteY6" fmla="*/ 37552 h 151493"/>
              <a:gd name="connsiteX7" fmla="*/ 52349 w 228942"/>
              <a:gd name="connsiteY7" fmla="*/ 111180 h 151493"/>
              <a:gd name="connsiteX8" fmla="*/ 144170 w 228942"/>
              <a:gd name="connsiteY8" fmla="*/ 144422 h 151493"/>
            </a:gdLst>
            <a:rect l="l" t="t" r="r" b="b"/>
            <a:pathLst>
              <a:path w="228942" h="151493">
                <a:moveTo>
                  <a:pt x="144075" y="144327"/>
                </a:moveTo>
                <a:cubicBezTo>
                  <a:pt x="175412" y="150709"/>
                  <a:pt x="203320" y="152804"/>
                  <a:pt x="228942" y="150709"/>
                </a:cubicBezTo>
                <a:cubicBezTo>
                  <a:pt x="216941" y="147470"/>
                  <a:pt x="204273" y="142327"/>
                  <a:pt x="190652" y="135278"/>
                </a:cubicBezTo>
                <a:cubicBezTo>
                  <a:pt x="162839" y="120800"/>
                  <a:pt x="133788" y="100988"/>
                  <a:pt x="106737" y="78033"/>
                </a:cubicBezTo>
                <a:cubicBezTo>
                  <a:pt x="84353" y="58983"/>
                  <a:pt x="56349" y="32980"/>
                  <a:pt x="37966" y="214"/>
                </a:cubicBezTo>
                <a:cubicBezTo>
                  <a:pt x="30537" y="-739"/>
                  <a:pt x="21202" y="1547"/>
                  <a:pt x="15487" y="5929"/>
                </a:cubicBezTo>
                <a:cubicBezTo>
                  <a:pt x="4629" y="14120"/>
                  <a:pt x="-610" y="24788"/>
                  <a:pt x="57" y="37552"/>
                </a:cubicBezTo>
                <a:cubicBezTo>
                  <a:pt x="1485" y="66698"/>
                  <a:pt x="32061" y="98702"/>
                  <a:pt x="52349" y="111180"/>
                </a:cubicBezTo>
                <a:cubicBezTo>
                  <a:pt x="76733" y="126230"/>
                  <a:pt x="105117" y="136421"/>
                  <a:pt x="144170" y="144422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25A1A9ED-A159-4156-A0E1-5D57835F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3430" y="532285"/>
            <a:ext cx="96959" cy="254608"/>
          </a:xfrm>
          <a:custGeom xmlns:a="http://schemas.openxmlformats.org/drawingml/2006/main">
            <a:gdLst>
              <a:gd name="connsiteX0" fmla="*/ 15526 w 96959"/>
              <a:gd name="connsiteY0" fmla="*/ 216413 h 254608"/>
              <a:gd name="connsiteX1" fmla="*/ 0 w 96959"/>
              <a:gd name="connsiteY1" fmla="*/ 254608 h 254608"/>
              <a:gd name="connsiteX2" fmla="*/ 54483 w 96959"/>
              <a:gd name="connsiteY2" fmla="*/ 189267 h 254608"/>
              <a:gd name="connsiteX3" fmla="*/ 94488 w 96959"/>
              <a:gd name="connsiteY3" fmla="*/ 100208 h 254608"/>
              <a:gd name="connsiteX4" fmla="*/ 78010 w 96959"/>
              <a:gd name="connsiteY4" fmla="*/ 11435 h 254608"/>
              <a:gd name="connsiteX5" fmla="*/ 44577 w 96959"/>
              <a:gd name="connsiteY5" fmla="*/ 576 h 254608"/>
              <a:gd name="connsiteX6" fmla="*/ 24860 w 96959"/>
              <a:gd name="connsiteY6" fmla="*/ 12768 h 254608"/>
              <a:gd name="connsiteX7" fmla="*/ 32861 w 96959"/>
              <a:gd name="connsiteY7" fmla="*/ 116305 h 254608"/>
              <a:gd name="connsiteX8" fmla="*/ 15621 w 96959"/>
              <a:gd name="connsiteY8" fmla="*/ 216413 h 254608"/>
            </a:gdLst>
            <a:rect l="l" t="t" r="r" b="b"/>
            <a:pathLst>
              <a:path w="96959" h="254608">
                <a:moveTo>
                  <a:pt x="15526" y="216413"/>
                </a:moveTo>
                <a:cubicBezTo>
                  <a:pt x="11144" y="231081"/>
                  <a:pt x="6001" y="243654"/>
                  <a:pt x="0" y="254608"/>
                </a:cubicBezTo>
                <a:cubicBezTo>
                  <a:pt x="19336" y="237654"/>
                  <a:pt x="37243" y="216222"/>
                  <a:pt x="54483" y="189267"/>
                </a:cubicBezTo>
                <a:cubicBezTo>
                  <a:pt x="76009" y="155643"/>
                  <a:pt x="88297" y="128211"/>
                  <a:pt x="94488" y="100208"/>
                </a:cubicBezTo>
                <a:cubicBezTo>
                  <a:pt x="99631" y="76967"/>
                  <a:pt x="97917" y="32771"/>
                  <a:pt x="78010" y="11435"/>
                </a:cubicBezTo>
                <a:cubicBezTo>
                  <a:pt x="69247" y="2100"/>
                  <a:pt x="58007" y="-1519"/>
                  <a:pt x="44577" y="576"/>
                </a:cubicBezTo>
                <a:cubicBezTo>
                  <a:pt x="37528" y="1719"/>
                  <a:pt x="29242" y="6863"/>
                  <a:pt x="24860" y="12768"/>
                </a:cubicBezTo>
                <a:cubicBezTo>
                  <a:pt x="35528" y="48773"/>
                  <a:pt x="34766" y="86968"/>
                  <a:pt x="32861" y="116305"/>
                </a:cubicBezTo>
                <a:cubicBezTo>
                  <a:pt x="30575" y="151738"/>
                  <a:pt x="24575" y="186409"/>
                  <a:pt x="15621" y="21641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B8BBAC97-E633-48DD-9410-75057200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7812" y="636434"/>
            <a:ext cx="132715" cy="152935"/>
          </a:xfrm>
          <a:custGeom xmlns:a="http://schemas.openxmlformats.org/drawingml/2006/main">
            <a:gdLst>
              <a:gd name="connsiteX0" fmla="*/ 112395 w 132715"/>
              <a:gd name="connsiteY0" fmla="*/ 535 h 152935"/>
              <a:gd name="connsiteX1" fmla="*/ 93250 w 132715"/>
              <a:gd name="connsiteY1" fmla="*/ 3107 h 152935"/>
              <a:gd name="connsiteX2" fmla="*/ 54102 w 132715"/>
              <a:gd name="connsiteY2" fmla="*/ 87689 h 152935"/>
              <a:gd name="connsiteX3" fmla="*/ 0 w 132715"/>
              <a:gd name="connsiteY3" fmla="*/ 152935 h 152935"/>
              <a:gd name="connsiteX4" fmla="*/ 41529 w 132715"/>
              <a:gd name="connsiteY4" fmla="*/ 132171 h 152935"/>
              <a:gd name="connsiteX5" fmla="*/ 80867 w 132715"/>
              <a:gd name="connsiteY5" fmla="*/ 107882 h 152935"/>
              <a:gd name="connsiteX6" fmla="*/ 115538 w 132715"/>
              <a:gd name="connsiteY6" fmla="*/ 71211 h 152935"/>
              <a:gd name="connsiteX7" fmla="*/ 116872 w 132715"/>
              <a:gd name="connsiteY7" fmla="*/ 69306 h 152935"/>
              <a:gd name="connsiteX8" fmla="*/ 123730 w 132715"/>
              <a:gd name="connsiteY8" fmla="*/ 59305 h 152935"/>
              <a:gd name="connsiteX9" fmla="*/ 132398 w 132715"/>
              <a:gd name="connsiteY9" fmla="*/ 24634 h 152935"/>
              <a:gd name="connsiteX10" fmla="*/ 112586 w 132715"/>
              <a:gd name="connsiteY10" fmla="*/ 440 h 152935"/>
            </a:gdLst>
            <a:rect l="l" t="t" r="r" b="b"/>
            <a:pathLst>
              <a:path w="132715" h="152935">
                <a:moveTo>
                  <a:pt x="112395" y="535"/>
                </a:moveTo>
                <a:cubicBezTo>
                  <a:pt x="108204" y="-131"/>
                  <a:pt x="102965" y="-893"/>
                  <a:pt x="93250" y="3107"/>
                </a:cubicBezTo>
                <a:cubicBezTo>
                  <a:pt x="86487" y="29587"/>
                  <a:pt x="74295" y="55971"/>
                  <a:pt x="54102" y="87689"/>
                </a:cubicBezTo>
                <a:cubicBezTo>
                  <a:pt x="36957" y="114454"/>
                  <a:pt x="19145" y="135886"/>
                  <a:pt x="0" y="152935"/>
                </a:cubicBezTo>
                <a:cubicBezTo>
                  <a:pt x="13621" y="146839"/>
                  <a:pt x="27527" y="139886"/>
                  <a:pt x="41529" y="132171"/>
                </a:cubicBezTo>
                <a:cubicBezTo>
                  <a:pt x="57436" y="123408"/>
                  <a:pt x="69914" y="115693"/>
                  <a:pt x="80867" y="107882"/>
                </a:cubicBezTo>
                <a:cubicBezTo>
                  <a:pt x="92488" y="99595"/>
                  <a:pt x="103537" y="87880"/>
                  <a:pt x="115538" y="71211"/>
                </a:cubicBezTo>
                <a:lnTo>
                  <a:pt x="116872" y="69306"/>
                </a:lnTo>
                <a:cubicBezTo>
                  <a:pt x="119253" y="66067"/>
                  <a:pt x="121634" y="62734"/>
                  <a:pt x="123730" y="59305"/>
                </a:cubicBezTo>
                <a:cubicBezTo>
                  <a:pt x="130874" y="47494"/>
                  <a:pt x="133731" y="36159"/>
                  <a:pt x="132398" y="24634"/>
                </a:cubicBezTo>
                <a:cubicBezTo>
                  <a:pt x="131159" y="14251"/>
                  <a:pt x="125349" y="2440"/>
                  <a:pt x="112586" y="44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53F0E29B-21F8-4CA6-B046-00FD0654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3335" y="760223"/>
            <a:ext cx="77870" cy="36609"/>
          </a:xfrm>
          <a:custGeom xmlns:a="http://schemas.openxmlformats.org/drawingml/2006/main">
            <a:gdLst>
              <a:gd name="connsiteX0" fmla="*/ 69723 w 77870"/>
              <a:gd name="connsiteY0" fmla="*/ 0 h 36609"/>
              <a:gd name="connsiteX1" fmla="*/ 48101 w 77870"/>
              <a:gd name="connsiteY1" fmla="*/ 12573 h 36609"/>
              <a:gd name="connsiteX2" fmla="*/ 0 w 77870"/>
              <a:gd name="connsiteY2" fmla="*/ 36290 h 36609"/>
              <a:gd name="connsiteX3" fmla="*/ 34100 w 77870"/>
              <a:gd name="connsiteY3" fmla="*/ 34290 h 36609"/>
              <a:gd name="connsiteX4" fmla="*/ 63151 w 77870"/>
              <a:gd name="connsiteY4" fmla="*/ 25432 h 36609"/>
              <a:gd name="connsiteX5" fmla="*/ 77819 w 77870"/>
              <a:gd name="connsiteY5" fmla="*/ 8192 h 36609"/>
              <a:gd name="connsiteX6" fmla="*/ 69628 w 77870"/>
              <a:gd name="connsiteY6" fmla="*/ 0 h 36609"/>
            </a:gdLst>
            <a:rect l="l" t="t" r="r" b="b"/>
            <a:pathLst>
              <a:path w="77870" h="36609">
                <a:moveTo>
                  <a:pt x="69723" y="0"/>
                </a:moveTo>
                <a:cubicBezTo>
                  <a:pt x="63246" y="4001"/>
                  <a:pt x="56102" y="8096"/>
                  <a:pt x="48101" y="12573"/>
                </a:cubicBezTo>
                <a:cubicBezTo>
                  <a:pt x="31814" y="21527"/>
                  <a:pt x="15716" y="29432"/>
                  <a:pt x="0" y="36290"/>
                </a:cubicBezTo>
                <a:cubicBezTo>
                  <a:pt x="14954" y="37243"/>
                  <a:pt x="25051" y="35909"/>
                  <a:pt x="34100" y="34290"/>
                </a:cubicBezTo>
                <a:cubicBezTo>
                  <a:pt x="43529" y="32576"/>
                  <a:pt x="54007" y="30290"/>
                  <a:pt x="63151" y="25432"/>
                </a:cubicBezTo>
                <a:cubicBezTo>
                  <a:pt x="70676" y="21527"/>
                  <a:pt x="78581" y="16574"/>
                  <a:pt x="77819" y="8192"/>
                </a:cubicBezTo>
                <a:cubicBezTo>
                  <a:pt x="77438" y="3810"/>
                  <a:pt x="73533" y="857"/>
                  <a:pt x="69628" y="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4EEE4464-2320-4710-86F7-0AD3F0C0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3898" y="501576"/>
            <a:ext cx="98672" cy="289127"/>
          </a:xfrm>
          <a:custGeom xmlns:a="http://schemas.openxmlformats.org/drawingml/2006/main">
            <a:gdLst>
              <a:gd name="connsiteX0" fmla="*/ 80486 w 98672"/>
              <a:gd name="connsiteY0" fmla="*/ 245693 h 289127"/>
              <a:gd name="connsiteX1" fmla="*/ 97536 w 98672"/>
              <a:gd name="connsiteY1" fmla="*/ 146633 h 289127"/>
              <a:gd name="connsiteX2" fmla="*/ 89345 w 98672"/>
              <a:gd name="connsiteY2" fmla="*/ 43573 h 289127"/>
              <a:gd name="connsiteX3" fmla="*/ 52673 w 98672"/>
              <a:gd name="connsiteY3" fmla="*/ 2234 h 289127"/>
              <a:gd name="connsiteX4" fmla="*/ 18574 w 98672"/>
              <a:gd name="connsiteY4" fmla="*/ 6901 h 289127"/>
              <a:gd name="connsiteX5" fmla="*/ 0 w 98672"/>
              <a:gd name="connsiteY5" fmla="*/ 24427 h 289127"/>
              <a:gd name="connsiteX6" fmla="*/ 5715 w 98672"/>
              <a:gd name="connsiteY6" fmla="*/ 34333 h 289127"/>
              <a:gd name="connsiteX7" fmla="*/ 22003 w 98672"/>
              <a:gd name="connsiteY7" fmla="*/ 78434 h 289127"/>
              <a:gd name="connsiteX8" fmla="*/ 26956 w 98672"/>
              <a:gd name="connsiteY8" fmla="*/ 95579 h 289127"/>
              <a:gd name="connsiteX9" fmla="*/ 47149 w 98672"/>
              <a:gd name="connsiteY9" fmla="*/ 179399 h 289127"/>
              <a:gd name="connsiteX10" fmla="*/ 61627 w 98672"/>
              <a:gd name="connsiteY10" fmla="*/ 289127 h 289127"/>
              <a:gd name="connsiteX11" fmla="*/ 80391 w 98672"/>
              <a:gd name="connsiteY11" fmla="*/ 245598 h 289127"/>
            </a:gdLst>
            <a:rect l="l" t="t" r="r" b="b"/>
            <a:pathLst>
              <a:path w="98672" h="289127">
                <a:moveTo>
                  <a:pt x="80486" y="245693"/>
                </a:moveTo>
                <a:cubicBezTo>
                  <a:pt x="89345" y="215975"/>
                  <a:pt x="95250" y="181685"/>
                  <a:pt x="97536" y="146633"/>
                </a:cubicBezTo>
                <a:cubicBezTo>
                  <a:pt x="99441" y="117391"/>
                  <a:pt x="100203" y="79196"/>
                  <a:pt x="89345" y="43573"/>
                </a:cubicBezTo>
                <a:cubicBezTo>
                  <a:pt x="83439" y="24237"/>
                  <a:pt x="69056" y="7949"/>
                  <a:pt x="52673" y="2234"/>
                </a:cubicBezTo>
                <a:cubicBezTo>
                  <a:pt x="40862" y="-1862"/>
                  <a:pt x="29051" y="-338"/>
                  <a:pt x="18574" y="6901"/>
                </a:cubicBezTo>
                <a:cubicBezTo>
                  <a:pt x="11240" y="11950"/>
                  <a:pt x="3715" y="19855"/>
                  <a:pt x="0" y="24427"/>
                </a:cubicBezTo>
                <a:cubicBezTo>
                  <a:pt x="1905" y="27475"/>
                  <a:pt x="3810" y="30809"/>
                  <a:pt x="5715" y="34333"/>
                </a:cubicBezTo>
                <a:cubicBezTo>
                  <a:pt x="13526" y="49383"/>
                  <a:pt x="18574" y="65766"/>
                  <a:pt x="22003" y="78434"/>
                </a:cubicBezTo>
                <a:cubicBezTo>
                  <a:pt x="23908" y="85292"/>
                  <a:pt x="25432" y="90626"/>
                  <a:pt x="26956" y="95579"/>
                </a:cubicBezTo>
                <a:cubicBezTo>
                  <a:pt x="31909" y="112438"/>
                  <a:pt x="35814" y="125773"/>
                  <a:pt x="47149" y="179399"/>
                </a:cubicBezTo>
                <a:cubicBezTo>
                  <a:pt x="55435" y="218642"/>
                  <a:pt x="59341" y="257980"/>
                  <a:pt x="61627" y="289127"/>
                </a:cubicBezTo>
                <a:cubicBezTo>
                  <a:pt x="69056" y="277126"/>
                  <a:pt x="75248" y="262838"/>
                  <a:pt x="80391" y="245598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4_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Picture 10">
            <a:extLst xmlns:a="http://schemas.openxmlformats.org/drawingml/2006/main">
              <a:ext uri="{FF2B5EF4-FFF2-40B4-BE49-F238E27FC236}">
                <a16:creationId xmlns:a16="http://schemas.microsoft.com/office/drawing/2014/main" id="{D43373B8-8463-4E55-86B4-223DBD2E51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60d1be55249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74366" y="3560774"/>
            <a:ext cx="7319035" cy="3297226"/>
          </a:xfrm>
          <a:prstGeom xmlns:a="http://schemas.openxmlformats.org/drawingml/2006/main" prst="rect">
            <a:avLst/>
          </a:prstGeom>
        </p:spPr>
      </p:pic>
      <p:sp>
        <p:nvSpPr>
          <p:cNvPr id="8" name="图形 6">
            <a:extLst xmlns:a="http://schemas.openxmlformats.org/drawingml/2006/main">
              <a:ext uri="{FF2B5EF4-FFF2-40B4-BE49-F238E27FC236}">
                <a16:creationId xmlns:a16="http://schemas.microsoft.com/office/drawing/2014/main" id="{1841A463-9503-47C3-B4FC-ADA2DD2C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40935"/>
          </a:xfrm>
          <a:custGeom xmlns:a="http://schemas.openxmlformats.org/drawingml/2006/main">
            <a:gdLst>
              <a:gd name="connsiteX0" fmla="*/ 2392871 w 2392965"/>
              <a:gd name="connsiteY0" fmla="*/ 892493 h 1114353"/>
              <a:gd name="connsiteX1" fmla="*/ 1811560 w 2392965"/>
              <a:gd name="connsiteY1" fmla="*/ 923735 h 1114353"/>
              <a:gd name="connsiteX2" fmla="*/ 556070 w 2392965"/>
              <a:gd name="connsiteY2" fmla="*/ 1113377 h 1114353"/>
              <a:gd name="connsiteX3" fmla="*/ 0 w 2392965"/>
              <a:gd name="connsiteY3" fmla="*/ 1073944 h 1114353"/>
              <a:gd name="connsiteX4" fmla="*/ 0 w 2392965"/>
              <a:gd name="connsiteY4" fmla="*/ 0 h 1114353"/>
              <a:gd name="connsiteX5" fmla="*/ 2391061 w 2392965"/>
              <a:gd name="connsiteY5" fmla="*/ 0 h 1114353"/>
              <a:gd name="connsiteX6" fmla="*/ 2392966 w 2392965"/>
              <a:gd name="connsiteY6" fmla="*/ 892493 h 1114353"/>
            </a:gdLst>
            <a:rect l="l" t="t" r="r" b="b"/>
            <a:pathLst>
              <a:path w="2392965" h="1114353">
                <a:moveTo>
                  <a:pt x="2392871" y="892493"/>
                </a:moveTo>
                <a:cubicBezTo>
                  <a:pt x="2276094" y="889159"/>
                  <a:pt x="2026634" y="882110"/>
                  <a:pt x="1811560" y="923735"/>
                </a:cubicBezTo>
                <a:cubicBezTo>
                  <a:pt x="1524286" y="979361"/>
                  <a:pt x="1045083" y="1127760"/>
                  <a:pt x="556070" y="1113377"/>
                </a:cubicBezTo>
                <a:cubicBezTo>
                  <a:pt x="124492" y="1100709"/>
                  <a:pt x="0" y="1073944"/>
                  <a:pt x="0" y="1073944"/>
                </a:cubicBezTo>
                <a:lnTo>
                  <a:pt x="0" y="0"/>
                </a:lnTo>
                <a:lnTo>
                  <a:pt x="2391061" y="0"/>
                </a:lnTo>
                <a:lnTo>
                  <a:pt x="2392966" y="892493"/>
                </a:lnTo>
                <a:close/>
              </a:path>
            </a:pathLst>
          </a:custGeom>
          <a:gradFill xmlns:a="http://schemas.openxmlformats.org/drawingml/2006/main"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267A321C-5F65-472B-BCD8-07338A586E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CB42BFF8-C660-4CAF-9033-767793F5CA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9AE35A1-24B1-44B3-BDE7-E92A8BBD27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图形 4">
            <a:extLst xmlns:a="http://schemas.openxmlformats.org/drawingml/2006/main">
              <a:ext uri="{FF2B5EF4-FFF2-40B4-BE49-F238E27FC236}">
                <a16:creationId xmlns:a16="http://schemas.microsoft.com/office/drawing/2014/main" id="{4C8D0B35-17C3-42C7-91E8-870682F7F2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bfd46d3c749ed">
            <a:extLst>
              <a:ext uri="{96DAC541-7B7A-43D3-8B79-37D633B846F1}">
                <asvg:svgBlip xmlns:asvg="http://schemas.microsoft.com/office/drawing/2016/SVG/main" r:embed="Rf414432fee8d4e9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1332" y="273748"/>
            <a:ext cx="3758048" cy="738188"/>
          </a:xfrm>
          <a:prstGeom xmlns:a="http://schemas.openxmlformats.org/drawingml/2006/main" prst="rect">
            <a:avLst/>
          </a:prstGeom>
        </p:spPr>
      </p:pic>
      <p:pic>
        <p:nvPicPr>
          <p:cNvPr id="7" name="图形 6">
            <a:extLst xmlns:a="http://schemas.openxmlformats.org/drawingml/2006/main">
              <a:ext uri="{FF2B5EF4-FFF2-40B4-BE49-F238E27FC236}">
                <a16:creationId xmlns:a16="http://schemas.microsoft.com/office/drawing/2014/main" id="{1F7E7852-5DD1-446D-8AD3-8CFF3C6E53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44f34c46f411f">
            <a:extLst>
              <a:ext uri="{96DAC541-7B7A-43D3-8B79-37D633B846F1}">
                <asvg:svgBlip xmlns:asvg="http://schemas.microsoft.com/office/drawing/2016/SVG/main" r:embed="R7a6fda33572e461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0700000">
            <a:off x="9845288" y="208238"/>
            <a:ext cx="2401315" cy="1700047"/>
          </a:xfrm>
          <a:prstGeom xmlns:a="http://schemas.openxmlformats.org/drawingml/2006/main" prst="rect">
            <a:avLst/>
          </a:prstGeom>
        </p:spPr>
      </p:pic>
      <p:pic>
        <p:nvPicPr>
          <p:cNvPr id="11" name="图片 10">
            <a:extLst xmlns:a="http://schemas.openxmlformats.org/drawingml/2006/main">
              <a:ext uri="{FF2B5EF4-FFF2-40B4-BE49-F238E27FC236}">
                <a16:creationId xmlns:a16="http://schemas.microsoft.com/office/drawing/2014/main" id="{2B0D2E70-C79B-4480-9FC3-23FDF2CB4A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fb8baa63f4482">
            <a:biLevel thresh="75000"/>
          </a:blip>
          <a:srcRect xmlns:a="http://schemas.openxmlformats.org/drawingml/2006/main" l="0" t="0" r="0" b="79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4561" y="-97236"/>
            <a:ext cx="3111762" cy="1036406"/>
          </a:xfrm>
          <a:prstGeom xmlns:a="http://schemas.openxmlformats.org/drawingml/2006/main" prst="rect">
            <a:avLst/>
          </a:prstGeom>
        </p:spPr>
      </p:pic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CD4CFDF3-CC91-45A2-B08A-975D9DDF74F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72751" y="1843897"/>
            <a:ext cx="8175171" cy="1244600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6400" kern="1200" spc="3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lvl="0">
              <a:buNone/>
            </a:pPr>
            <a:r>
              <a:t>点击输入章节标题</a:t>
            </a:r>
            <a:endParaRPr/>
          </a:p>
        </p:txBody>
      </p:sp>
      <p:sp>
        <p:nvSpPr>
          <p:cNvPr id="27" name="内容占位符 26">
            <a:extLst xmlns:a="http://schemas.openxmlformats.org/drawingml/2006/main">
              <a:ext uri="{FF2B5EF4-FFF2-40B4-BE49-F238E27FC236}">
                <a16:creationId xmlns:a16="http://schemas.microsoft.com/office/drawing/2014/main" id="{9DD001A2-97DF-4DBE-A521-DC2F6DF0FA32}"/>
              </a:ext>
            </a:extLst>
          </p:cNvPr>
          <p:cNvSpPr>
            <a:spLocks xmlns:a="http://schemas.openxmlformats.org/drawingml/2006/main" noGrp="1"/>
          </p:cNvSpPr>
          <p:nvPr>
            <p:ph idx="14" hasCustomPrompt="1"/>
          </p:nvPr>
        </p:nvSpPr>
        <p:spPr>
          <a:xfrm xmlns:a="http://schemas.openxmlformats.org/drawingml/2006/main">
            <a:off x="3873500" y="3089275"/>
            <a:ext cx="8174038" cy="513379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24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Enter Chapter Title</a:t>
            </a:r>
            <a:endParaRPr/>
          </a:p>
        </p:txBody>
      </p:sp>
      <p:sp>
        <p:nvSpPr>
          <p:cNvPr id="35" name="任意多边形: 形状 9">
            <a:extLst xmlns:a="http://schemas.openxmlformats.org/drawingml/2006/main">
              <a:ext uri="{FF2B5EF4-FFF2-40B4-BE49-F238E27FC236}">
                <a16:creationId xmlns:a16="http://schemas.microsoft.com/office/drawing/2014/main" id="{A607160D-C590-4AF3-9944-4A23DC59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4223" y="724017"/>
            <a:ext cx="108255" cy="35634"/>
          </a:xfrm>
          <a:custGeom xmlns:a="http://schemas.openxmlformats.org/drawingml/2006/main">
            <a:gdLst>
              <a:gd name="connsiteX0" fmla="*/ 8624 w 108255"/>
              <a:gd name="connsiteY0" fmla="*/ 0 h 35634"/>
              <a:gd name="connsiteX1" fmla="*/ 51 w 108255"/>
              <a:gd name="connsiteY1" fmla="*/ 12668 h 35634"/>
              <a:gd name="connsiteX2" fmla="*/ 23483 w 108255"/>
              <a:gd name="connsiteY2" fmla="*/ 31337 h 35634"/>
              <a:gd name="connsiteX3" fmla="*/ 62916 w 108255"/>
              <a:gd name="connsiteY3" fmla="*/ 35624 h 35634"/>
              <a:gd name="connsiteX4" fmla="*/ 108255 w 108255"/>
              <a:gd name="connsiteY4" fmla="*/ 29718 h 35634"/>
              <a:gd name="connsiteX5" fmla="*/ 39771 w 108255"/>
              <a:gd name="connsiteY5" fmla="*/ 10954 h 35634"/>
              <a:gd name="connsiteX6" fmla="*/ 8624 w 108255"/>
              <a:gd name="connsiteY6" fmla="*/ 0 h 35634"/>
            </a:gdLst>
            <a:rect l="l" t="t" r="r" b="b"/>
            <a:pathLst>
              <a:path w="108255" h="35634">
                <a:moveTo>
                  <a:pt x="8624" y="0"/>
                </a:moveTo>
                <a:cubicBezTo>
                  <a:pt x="3766" y="2096"/>
                  <a:pt x="-520" y="6858"/>
                  <a:pt x="51" y="12668"/>
                </a:cubicBezTo>
                <a:cubicBezTo>
                  <a:pt x="1099" y="23717"/>
                  <a:pt x="12720" y="28099"/>
                  <a:pt x="23483" y="31337"/>
                </a:cubicBezTo>
                <a:cubicBezTo>
                  <a:pt x="36627" y="35243"/>
                  <a:pt x="50724" y="35719"/>
                  <a:pt x="62916" y="35624"/>
                </a:cubicBezTo>
                <a:cubicBezTo>
                  <a:pt x="75489" y="35433"/>
                  <a:pt x="89015" y="34766"/>
                  <a:pt x="108255" y="29718"/>
                </a:cubicBezTo>
                <a:cubicBezTo>
                  <a:pt x="86157" y="24860"/>
                  <a:pt x="63202" y="18574"/>
                  <a:pt x="39771" y="10954"/>
                </a:cubicBezTo>
                <a:cubicBezTo>
                  <a:pt x="28341" y="7239"/>
                  <a:pt x="18054" y="3620"/>
                  <a:pt x="8624" y="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6" name="任意多边形: 形状 11">
            <a:extLst xmlns:a="http://schemas.openxmlformats.org/drawingml/2006/main">
              <a:ext uri="{FF2B5EF4-FFF2-40B4-BE49-F238E27FC236}">
                <a16:creationId xmlns:a16="http://schemas.microsoft.com/office/drawing/2014/main" id="{FF72D1D4-F9D2-4E58-BAF6-258FD898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1074" y="572876"/>
            <a:ext cx="204070" cy="172762"/>
          </a:xfrm>
          <a:custGeom xmlns:a="http://schemas.openxmlformats.org/drawingml/2006/main">
            <a:gdLst>
              <a:gd name="connsiteX0" fmla="*/ 204070 w 204070"/>
              <a:gd name="connsiteY0" fmla="*/ 172763 h 172762"/>
              <a:gd name="connsiteX1" fmla="*/ 117393 w 204070"/>
              <a:gd name="connsiteY1" fmla="*/ 101325 h 172762"/>
              <a:gd name="connsiteX2" fmla="*/ 45384 w 204070"/>
              <a:gd name="connsiteY2" fmla="*/ 1217 h 172762"/>
              <a:gd name="connsiteX3" fmla="*/ 19857 w 204070"/>
              <a:gd name="connsiteY3" fmla="*/ 2646 h 172762"/>
              <a:gd name="connsiteX4" fmla="*/ 140 w 204070"/>
              <a:gd name="connsiteY4" fmla="*/ 39032 h 172762"/>
              <a:gd name="connsiteX5" fmla="*/ 19952 w 204070"/>
              <a:gd name="connsiteY5" fmla="*/ 81894 h 172762"/>
              <a:gd name="connsiteX6" fmla="*/ 31287 w 204070"/>
              <a:gd name="connsiteY6" fmla="*/ 93134 h 172762"/>
              <a:gd name="connsiteX7" fmla="*/ 33573 w 204070"/>
              <a:gd name="connsiteY7" fmla="*/ 95229 h 172762"/>
              <a:gd name="connsiteX8" fmla="*/ 87770 w 204070"/>
              <a:gd name="connsiteY8" fmla="*/ 134186 h 172762"/>
              <a:gd name="connsiteX9" fmla="*/ 144920 w 204070"/>
              <a:gd name="connsiteY9" fmla="*/ 155999 h 172762"/>
              <a:gd name="connsiteX10" fmla="*/ 204070 w 204070"/>
              <a:gd name="connsiteY10" fmla="*/ 172667 h 172762"/>
            </a:gdLst>
            <a:rect l="l" t="t" r="r" b="b"/>
            <a:pathLst>
              <a:path w="204070" h="172762">
                <a:moveTo>
                  <a:pt x="204070" y="172763"/>
                </a:moveTo>
                <a:cubicBezTo>
                  <a:pt x="174828" y="155332"/>
                  <a:pt x="146349" y="131900"/>
                  <a:pt x="117393" y="101325"/>
                </a:cubicBezTo>
                <a:cubicBezTo>
                  <a:pt x="83198" y="65130"/>
                  <a:pt x="60719" y="33888"/>
                  <a:pt x="45384" y="1217"/>
                </a:cubicBezTo>
                <a:cubicBezTo>
                  <a:pt x="31763" y="-1450"/>
                  <a:pt x="25095" y="836"/>
                  <a:pt x="19857" y="2646"/>
                </a:cubicBezTo>
                <a:cubicBezTo>
                  <a:pt x="3759" y="8361"/>
                  <a:pt x="-908" y="25220"/>
                  <a:pt x="140" y="39032"/>
                </a:cubicBezTo>
                <a:cubicBezTo>
                  <a:pt x="1283" y="54367"/>
                  <a:pt x="7760" y="68369"/>
                  <a:pt x="19952" y="81894"/>
                </a:cubicBezTo>
                <a:cubicBezTo>
                  <a:pt x="23476" y="85799"/>
                  <a:pt x="27477" y="89514"/>
                  <a:pt x="31287" y="93134"/>
                </a:cubicBezTo>
                <a:lnTo>
                  <a:pt x="33573" y="95229"/>
                </a:lnTo>
                <a:cubicBezTo>
                  <a:pt x="53385" y="113898"/>
                  <a:pt x="70530" y="126281"/>
                  <a:pt x="87770" y="134186"/>
                </a:cubicBezTo>
                <a:cubicBezTo>
                  <a:pt x="103867" y="141616"/>
                  <a:pt x="121965" y="148474"/>
                  <a:pt x="144920" y="155999"/>
                </a:cubicBezTo>
                <a:cubicBezTo>
                  <a:pt x="165018" y="162571"/>
                  <a:pt x="184830" y="168191"/>
                  <a:pt x="204070" y="172667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7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7B772ADC-DA9B-401C-8576-68B41BEC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2696" y="362216"/>
            <a:ext cx="112832" cy="382184"/>
          </a:xfrm>
          <a:custGeom xmlns:a="http://schemas.openxmlformats.org/drawingml/2006/main">
            <a:gdLst>
              <a:gd name="connsiteX0" fmla="*/ 95497 w 112832"/>
              <a:gd name="connsiteY0" fmla="*/ 121961 h 382184"/>
              <a:gd name="connsiteX1" fmla="*/ 97687 w 112832"/>
              <a:gd name="connsiteY1" fmla="*/ 98435 h 382184"/>
              <a:gd name="connsiteX2" fmla="*/ 107879 w 112832"/>
              <a:gd name="connsiteY2" fmla="*/ 37094 h 382184"/>
              <a:gd name="connsiteX3" fmla="*/ 112832 w 112832"/>
              <a:gd name="connsiteY3" fmla="*/ 22711 h 382184"/>
              <a:gd name="connsiteX4" fmla="*/ 84257 w 112832"/>
              <a:gd name="connsiteY4" fmla="*/ 4518 h 382184"/>
              <a:gd name="connsiteX5" fmla="*/ 38728 w 112832"/>
              <a:gd name="connsiteY5" fmla="*/ 6899 h 382184"/>
              <a:gd name="connsiteX6" fmla="*/ 1390 w 112832"/>
              <a:gd name="connsiteY6" fmla="*/ 69764 h 382184"/>
              <a:gd name="connsiteX7" fmla="*/ 16439 w 112832"/>
              <a:gd name="connsiteY7" fmla="*/ 205686 h 382184"/>
              <a:gd name="connsiteX8" fmla="*/ 63302 w 112832"/>
              <a:gd name="connsiteY8" fmla="*/ 330273 h 382184"/>
              <a:gd name="connsiteX9" fmla="*/ 98545 w 112832"/>
              <a:gd name="connsiteY9" fmla="*/ 382184 h 382184"/>
              <a:gd name="connsiteX10" fmla="*/ 90067 w 112832"/>
              <a:gd name="connsiteY10" fmla="*/ 235880 h 382184"/>
              <a:gd name="connsiteX11" fmla="*/ 95497 w 112832"/>
              <a:gd name="connsiteY11" fmla="*/ 121866 h 382184"/>
            </a:gdLst>
            <a:rect l="l" t="t" r="r" b="b"/>
            <a:pathLst>
              <a:path w="112832" h="382184">
                <a:moveTo>
                  <a:pt x="95497" y="121961"/>
                </a:moveTo>
                <a:cubicBezTo>
                  <a:pt x="96163" y="115103"/>
                  <a:pt x="96925" y="107769"/>
                  <a:pt x="97687" y="98435"/>
                </a:cubicBezTo>
                <a:cubicBezTo>
                  <a:pt x="99116" y="81099"/>
                  <a:pt x="101497" y="58525"/>
                  <a:pt x="107879" y="37094"/>
                </a:cubicBezTo>
                <a:cubicBezTo>
                  <a:pt x="109403" y="31950"/>
                  <a:pt x="111118" y="27283"/>
                  <a:pt x="112832" y="22711"/>
                </a:cubicBezTo>
                <a:cubicBezTo>
                  <a:pt x="106831" y="17663"/>
                  <a:pt x="95116" y="9281"/>
                  <a:pt x="84257" y="4518"/>
                </a:cubicBezTo>
                <a:cubicBezTo>
                  <a:pt x="68731" y="-2245"/>
                  <a:pt x="53015" y="-1387"/>
                  <a:pt x="38728" y="6899"/>
                </a:cubicBezTo>
                <a:cubicBezTo>
                  <a:pt x="18820" y="18425"/>
                  <a:pt x="4152" y="43190"/>
                  <a:pt x="1390" y="69764"/>
                </a:cubicBezTo>
                <a:cubicBezTo>
                  <a:pt x="-3849" y="118818"/>
                  <a:pt x="6724" y="168158"/>
                  <a:pt x="16439" y="205686"/>
                </a:cubicBezTo>
                <a:cubicBezTo>
                  <a:pt x="28155" y="250739"/>
                  <a:pt x="44347" y="293793"/>
                  <a:pt x="63302" y="330273"/>
                </a:cubicBezTo>
                <a:cubicBezTo>
                  <a:pt x="74351" y="351419"/>
                  <a:pt x="85876" y="368469"/>
                  <a:pt x="98545" y="382184"/>
                </a:cubicBezTo>
                <a:cubicBezTo>
                  <a:pt x="93877" y="341036"/>
                  <a:pt x="89115" y="289030"/>
                  <a:pt x="90067" y="235880"/>
                </a:cubicBezTo>
                <a:cubicBezTo>
                  <a:pt x="91401" y="163300"/>
                  <a:pt x="93211" y="145012"/>
                  <a:pt x="95497" y="121866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8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67F0E322-1F51-42AB-87F9-5A086337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8926" y="339269"/>
            <a:ext cx="142405" cy="404369"/>
          </a:xfrm>
          <a:custGeom xmlns:a="http://schemas.openxmlformats.org/drawingml/2006/main">
            <a:gdLst>
              <a:gd name="connsiteX0" fmla="*/ 117568 w 142405"/>
              <a:gd name="connsiteY0" fmla="*/ 169578 h 404369"/>
              <a:gd name="connsiteX1" fmla="*/ 125283 w 142405"/>
              <a:gd name="connsiteY1" fmla="*/ 147099 h 404369"/>
              <a:gd name="connsiteX2" fmla="*/ 140809 w 142405"/>
              <a:gd name="connsiteY2" fmla="*/ 88234 h 404369"/>
              <a:gd name="connsiteX3" fmla="*/ 134522 w 142405"/>
              <a:gd name="connsiteY3" fmla="*/ 29370 h 404369"/>
              <a:gd name="connsiteX4" fmla="*/ 95089 w 142405"/>
              <a:gd name="connsiteY4" fmla="*/ 1462 h 404369"/>
              <a:gd name="connsiteX5" fmla="*/ 94136 w 142405"/>
              <a:gd name="connsiteY5" fmla="*/ 1271 h 404369"/>
              <a:gd name="connsiteX6" fmla="*/ 47559 w 142405"/>
              <a:gd name="connsiteY6" fmla="*/ 10796 h 404369"/>
              <a:gd name="connsiteX7" fmla="*/ 17651 w 142405"/>
              <a:gd name="connsiteY7" fmla="*/ 61850 h 404369"/>
              <a:gd name="connsiteX8" fmla="*/ 7649 w 142405"/>
              <a:gd name="connsiteY8" fmla="*/ 121858 h 404369"/>
              <a:gd name="connsiteX9" fmla="*/ 5459 w 142405"/>
              <a:gd name="connsiteY9" fmla="*/ 145480 h 404369"/>
              <a:gd name="connsiteX10" fmla="*/ 125 w 142405"/>
              <a:gd name="connsiteY10" fmla="*/ 259018 h 404369"/>
              <a:gd name="connsiteX11" fmla="*/ 8507 w 142405"/>
              <a:gd name="connsiteY11" fmla="*/ 404369 h 404369"/>
              <a:gd name="connsiteX12" fmla="*/ 75848 w 142405"/>
              <a:gd name="connsiteY12" fmla="*/ 275210 h 404369"/>
              <a:gd name="connsiteX13" fmla="*/ 117568 w 142405"/>
              <a:gd name="connsiteY13" fmla="*/ 169483 h 404369"/>
            </a:gdLst>
            <a:rect l="l" t="t" r="r" b="b"/>
            <a:pathLst>
              <a:path w="142405" h="404369">
                <a:moveTo>
                  <a:pt x="117568" y="169578"/>
                </a:moveTo>
                <a:cubicBezTo>
                  <a:pt x="119759" y="163006"/>
                  <a:pt x="122140" y="155957"/>
                  <a:pt x="125283" y="147099"/>
                </a:cubicBezTo>
                <a:cubicBezTo>
                  <a:pt x="130998" y="131002"/>
                  <a:pt x="137952" y="109856"/>
                  <a:pt x="140809" y="88234"/>
                </a:cubicBezTo>
                <a:cubicBezTo>
                  <a:pt x="144238" y="62612"/>
                  <a:pt x="142142" y="43372"/>
                  <a:pt x="134522" y="29370"/>
                </a:cubicBezTo>
                <a:cubicBezTo>
                  <a:pt x="126998" y="15559"/>
                  <a:pt x="111662" y="4605"/>
                  <a:pt x="95089" y="1462"/>
                </a:cubicBezTo>
                <a:cubicBezTo>
                  <a:pt x="94803" y="1462"/>
                  <a:pt x="94422" y="1366"/>
                  <a:pt x="94136" y="1271"/>
                </a:cubicBezTo>
                <a:cubicBezTo>
                  <a:pt x="77944" y="-2158"/>
                  <a:pt x="59846" y="1462"/>
                  <a:pt x="47559" y="10796"/>
                </a:cubicBezTo>
                <a:cubicBezTo>
                  <a:pt x="34796" y="20416"/>
                  <a:pt x="24985" y="37180"/>
                  <a:pt x="17651" y="61850"/>
                </a:cubicBezTo>
                <a:cubicBezTo>
                  <a:pt x="11459" y="82710"/>
                  <a:pt x="9078" y="104903"/>
                  <a:pt x="7649" y="121858"/>
                </a:cubicBezTo>
                <a:cubicBezTo>
                  <a:pt x="6887" y="131192"/>
                  <a:pt x="6125" y="138526"/>
                  <a:pt x="5459" y="145480"/>
                </a:cubicBezTo>
                <a:cubicBezTo>
                  <a:pt x="3173" y="168530"/>
                  <a:pt x="1458" y="186628"/>
                  <a:pt x="125" y="259018"/>
                </a:cubicBezTo>
                <a:cubicBezTo>
                  <a:pt x="-828" y="311691"/>
                  <a:pt x="3839" y="363507"/>
                  <a:pt x="8507" y="404369"/>
                </a:cubicBezTo>
                <a:cubicBezTo>
                  <a:pt x="29557" y="368936"/>
                  <a:pt x="55084" y="323692"/>
                  <a:pt x="75848" y="275210"/>
                </a:cubicBezTo>
                <a:cubicBezTo>
                  <a:pt x="104328" y="208726"/>
                  <a:pt x="110138" y="191390"/>
                  <a:pt x="117568" y="16948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9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06B09F85-9543-4115-90A0-8AA339A8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5923" y="422062"/>
            <a:ext cx="174174" cy="319195"/>
          </a:xfrm>
          <a:custGeom xmlns:a="http://schemas.openxmlformats.org/drawingml/2006/main">
            <a:gdLst>
              <a:gd name="connsiteX0" fmla="*/ 87116 w 174174"/>
              <a:gd name="connsiteY0" fmla="*/ 247853 h 319195"/>
              <a:gd name="connsiteX1" fmla="*/ 174174 w 174174"/>
              <a:gd name="connsiteY1" fmla="*/ 319195 h 319195"/>
              <a:gd name="connsiteX2" fmla="*/ 144456 w 174174"/>
              <a:gd name="connsiteY2" fmla="*/ 273380 h 319195"/>
              <a:gd name="connsiteX3" fmla="*/ 97117 w 174174"/>
              <a:gd name="connsiteY3" fmla="*/ 147555 h 319195"/>
              <a:gd name="connsiteX4" fmla="*/ 81782 w 174174"/>
              <a:gd name="connsiteY4" fmla="*/ 10966 h 319195"/>
              <a:gd name="connsiteX5" fmla="*/ 53111 w 174174"/>
              <a:gd name="connsiteY5" fmla="*/ 13 h 319195"/>
              <a:gd name="connsiteX6" fmla="*/ 12344 w 174174"/>
              <a:gd name="connsiteY6" fmla="*/ 22492 h 319195"/>
              <a:gd name="connsiteX7" fmla="*/ 13011 w 174174"/>
              <a:gd name="connsiteY7" fmla="*/ 141935 h 319195"/>
              <a:gd name="connsiteX8" fmla="*/ 87211 w 174174"/>
              <a:gd name="connsiteY8" fmla="*/ 247758 h 319195"/>
            </a:gdLst>
            <a:rect l="l" t="t" r="r" b="b"/>
            <a:pathLst>
              <a:path w="174174" h="319195">
                <a:moveTo>
                  <a:pt x="87116" y="247853"/>
                </a:moveTo>
                <a:cubicBezTo>
                  <a:pt x="116167" y="278619"/>
                  <a:pt x="144837" y="302050"/>
                  <a:pt x="174174" y="319195"/>
                </a:cubicBezTo>
                <a:cubicBezTo>
                  <a:pt x="163601" y="306527"/>
                  <a:pt x="153791" y="291382"/>
                  <a:pt x="144456" y="273380"/>
                </a:cubicBezTo>
                <a:cubicBezTo>
                  <a:pt x="125311" y="236518"/>
                  <a:pt x="108928" y="192989"/>
                  <a:pt x="97117" y="147555"/>
                </a:cubicBezTo>
                <a:cubicBezTo>
                  <a:pt x="87306" y="109931"/>
                  <a:pt x="76829" y="60496"/>
                  <a:pt x="81782" y="10966"/>
                </a:cubicBezTo>
                <a:cubicBezTo>
                  <a:pt x="74447" y="4299"/>
                  <a:pt x="62636" y="-273"/>
                  <a:pt x="53111" y="13"/>
                </a:cubicBezTo>
                <a:cubicBezTo>
                  <a:pt x="35109" y="679"/>
                  <a:pt x="21393" y="8204"/>
                  <a:pt x="12344" y="22492"/>
                </a:cubicBezTo>
                <a:cubicBezTo>
                  <a:pt x="-8325" y="55162"/>
                  <a:pt x="533" y="113074"/>
                  <a:pt x="13011" y="141935"/>
                </a:cubicBezTo>
                <a:cubicBezTo>
                  <a:pt x="28061" y="176797"/>
                  <a:pt x="50921" y="209372"/>
                  <a:pt x="87211" y="247758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0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69C529A1-CD27-4BFB-A80F-8AC004FA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4387" y="503624"/>
            <a:ext cx="269979" cy="244967"/>
          </a:xfrm>
          <a:custGeom xmlns:a="http://schemas.openxmlformats.org/drawingml/2006/main">
            <a:gdLst>
              <a:gd name="connsiteX0" fmla="*/ 45910 w 269979"/>
              <a:gd name="connsiteY0" fmla="*/ 215440 h 244967"/>
              <a:gd name="connsiteX1" fmla="*/ 0 w 269979"/>
              <a:gd name="connsiteY1" fmla="*/ 244967 h 244967"/>
              <a:gd name="connsiteX2" fmla="*/ 108680 w 269979"/>
              <a:gd name="connsiteY2" fmla="*/ 215630 h 244967"/>
              <a:gd name="connsiteX3" fmla="*/ 219742 w 269979"/>
              <a:gd name="connsiteY3" fmla="*/ 149622 h 244967"/>
              <a:gd name="connsiteX4" fmla="*/ 269367 w 269979"/>
              <a:gd name="connsiteY4" fmla="*/ 40942 h 244967"/>
              <a:gd name="connsiteX5" fmla="*/ 241459 w 269979"/>
              <a:gd name="connsiteY5" fmla="*/ 3699 h 244967"/>
              <a:gd name="connsiteX6" fmla="*/ 210788 w 269979"/>
              <a:gd name="connsiteY6" fmla="*/ 1889 h 244967"/>
              <a:gd name="connsiteX7" fmla="*/ 140779 w 269979"/>
              <a:gd name="connsiteY7" fmla="*/ 120094 h 244967"/>
              <a:gd name="connsiteX8" fmla="*/ 45910 w 269979"/>
              <a:gd name="connsiteY8" fmla="*/ 215440 h 244967"/>
            </a:gdLst>
            <a:rect l="l" t="t" r="r" b="b"/>
            <a:pathLst>
              <a:path w="269979" h="244967">
                <a:moveTo>
                  <a:pt x="45910" y="215440"/>
                </a:moveTo>
                <a:cubicBezTo>
                  <a:pt x="30004" y="228013"/>
                  <a:pt x="14859" y="237728"/>
                  <a:pt x="0" y="244967"/>
                </a:cubicBezTo>
                <a:cubicBezTo>
                  <a:pt x="33814" y="241348"/>
                  <a:pt x="69532" y="231727"/>
                  <a:pt x="108680" y="215630"/>
                </a:cubicBezTo>
                <a:cubicBezTo>
                  <a:pt x="157544" y="195532"/>
                  <a:pt x="191738" y="175149"/>
                  <a:pt x="219742" y="149622"/>
                </a:cubicBezTo>
                <a:cubicBezTo>
                  <a:pt x="242983" y="128381"/>
                  <a:pt x="274796" y="79137"/>
                  <a:pt x="269367" y="40942"/>
                </a:cubicBezTo>
                <a:cubicBezTo>
                  <a:pt x="266986" y="24178"/>
                  <a:pt x="257556" y="11700"/>
                  <a:pt x="241459" y="3699"/>
                </a:cubicBezTo>
                <a:cubicBezTo>
                  <a:pt x="232981" y="-492"/>
                  <a:pt x="220123" y="-1159"/>
                  <a:pt x="210788" y="1889"/>
                </a:cubicBezTo>
                <a:cubicBezTo>
                  <a:pt x="194977" y="49038"/>
                  <a:pt x="165068" y="89805"/>
                  <a:pt x="140779" y="120094"/>
                </a:cubicBezTo>
                <a:cubicBezTo>
                  <a:pt x="111347" y="156766"/>
                  <a:pt x="78486" y="189722"/>
                  <a:pt x="45910" y="21544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1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CA0C9095-E395-409F-8FB7-F0D40AAA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7244" y="663343"/>
            <a:ext cx="246245" cy="104018"/>
          </a:xfrm>
          <a:custGeom xmlns:a="http://schemas.openxmlformats.org/drawingml/2006/main">
            <a:gdLst>
              <a:gd name="connsiteX0" fmla="*/ 237649 w 246245"/>
              <a:gd name="connsiteY0" fmla="*/ 11811 h 104018"/>
              <a:gd name="connsiteX1" fmla="*/ 214979 w 246245"/>
              <a:gd name="connsiteY1" fmla="*/ 0 h 104018"/>
              <a:gd name="connsiteX2" fmla="*/ 108299 w 246245"/>
              <a:gd name="connsiteY2" fmla="*/ 61817 h 104018"/>
              <a:gd name="connsiteX3" fmla="*/ 0 w 246245"/>
              <a:gd name="connsiteY3" fmla="*/ 91345 h 104018"/>
              <a:gd name="connsiteX4" fmla="*/ 60674 w 246245"/>
              <a:gd name="connsiteY4" fmla="*/ 100394 h 104018"/>
              <a:gd name="connsiteX5" fmla="*/ 121730 w 246245"/>
              <a:gd name="connsiteY5" fmla="*/ 104013 h 104018"/>
              <a:gd name="connsiteX6" fmla="*/ 187166 w 246245"/>
              <a:gd name="connsiteY6" fmla="*/ 90678 h 104018"/>
              <a:gd name="connsiteX7" fmla="*/ 190024 w 246245"/>
              <a:gd name="connsiteY7" fmla="*/ 89725 h 104018"/>
              <a:gd name="connsiteX8" fmla="*/ 204978 w 246245"/>
              <a:gd name="connsiteY8" fmla="*/ 84106 h 104018"/>
              <a:gd name="connsiteX9" fmla="*/ 240697 w 246245"/>
              <a:gd name="connsiteY9" fmla="*/ 53149 h 104018"/>
              <a:gd name="connsiteX10" fmla="*/ 237649 w 246245"/>
              <a:gd name="connsiteY10" fmla="*/ 11906 h 104018"/>
            </a:gdLst>
            <a:rect l="l" t="t" r="r" b="b"/>
            <a:pathLst>
              <a:path w="246245" h="104018">
                <a:moveTo>
                  <a:pt x="237649" y="11811"/>
                </a:moveTo>
                <a:cubicBezTo>
                  <a:pt x="233553" y="7906"/>
                  <a:pt x="228505" y="3143"/>
                  <a:pt x="214979" y="0"/>
                </a:cubicBezTo>
                <a:cubicBezTo>
                  <a:pt x="187547" y="23527"/>
                  <a:pt x="154305" y="42863"/>
                  <a:pt x="108299" y="61817"/>
                </a:cubicBezTo>
                <a:cubicBezTo>
                  <a:pt x="69437" y="77819"/>
                  <a:pt x="33814" y="87440"/>
                  <a:pt x="0" y="91345"/>
                </a:cubicBezTo>
                <a:cubicBezTo>
                  <a:pt x="19336" y="95059"/>
                  <a:pt x="39719" y="98107"/>
                  <a:pt x="60674" y="100394"/>
                </a:cubicBezTo>
                <a:cubicBezTo>
                  <a:pt x="84582" y="102965"/>
                  <a:pt x="104013" y="104108"/>
                  <a:pt x="121730" y="104013"/>
                </a:cubicBezTo>
                <a:cubicBezTo>
                  <a:pt x="140684" y="103823"/>
                  <a:pt x="161449" y="99631"/>
                  <a:pt x="187166" y="90678"/>
                </a:cubicBezTo>
                <a:lnTo>
                  <a:pt x="190024" y="89725"/>
                </a:lnTo>
                <a:cubicBezTo>
                  <a:pt x="194977" y="88011"/>
                  <a:pt x="200120" y="86201"/>
                  <a:pt x="204978" y="84106"/>
                </a:cubicBezTo>
                <a:cubicBezTo>
                  <a:pt x="221647" y="76772"/>
                  <a:pt x="233363" y="66675"/>
                  <a:pt x="240697" y="53149"/>
                </a:cubicBezTo>
                <a:cubicBezTo>
                  <a:pt x="247269" y="40957"/>
                  <a:pt x="249936" y="23717"/>
                  <a:pt x="237649" y="11906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2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EE05DF90-B8EB-425B-8D16-49CEF423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7148" y="758974"/>
            <a:ext cx="107015" cy="37138"/>
          </a:xfrm>
          <a:custGeom xmlns:a="http://schemas.openxmlformats.org/drawingml/2006/main">
            <a:gdLst>
              <a:gd name="connsiteX0" fmla="*/ 102965 w 107015"/>
              <a:gd name="connsiteY0" fmla="*/ 13811 h 37138"/>
              <a:gd name="connsiteX1" fmla="*/ 70104 w 107015"/>
              <a:gd name="connsiteY1" fmla="*/ 10954 h 37138"/>
              <a:gd name="connsiteX2" fmla="*/ 0 w 107015"/>
              <a:gd name="connsiteY2" fmla="*/ 0 h 37138"/>
              <a:gd name="connsiteX3" fmla="*/ 38481 w 107015"/>
              <a:gd name="connsiteY3" fmla="*/ 23717 h 37138"/>
              <a:gd name="connsiteX4" fmla="*/ 76676 w 107015"/>
              <a:gd name="connsiteY4" fmla="*/ 36290 h 37138"/>
              <a:gd name="connsiteX5" fmla="*/ 105632 w 107015"/>
              <a:gd name="connsiteY5" fmla="*/ 28861 h 37138"/>
              <a:gd name="connsiteX6" fmla="*/ 102965 w 107015"/>
              <a:gd name="connsiteY6" fmla="*/ 13811 h 37138"/>
            </a:gdLst>
            <a:rect l="l" t="t" r="r" b="b"/>
            <a:pathLst>
              <a:path w="107015" h="37138">
                <a:moveTo>
                  <a:pt x="102965" y="13811"/>
                </a:moveTo>
                <a:cubicBezTo>
                  <a:pt x="92869" y="13240"/>
                  <a:pt x="82010" y="12287"/>
                  <a:pt x="70104" y="10954"/>
                </a:cubicBezTo>
                <a:cubicBezTo>
                  <a:pt x="45625" y="8287"/>
                  <a:pt x="22193" y="4667"/>
                  <a:pt x="0" y="0"/>
                </a:cubicBezTo>
                <a:cubicBezTo>
                  <a:pt x="15526" y="12478"/>
                  <a:pt x="27527" y="18669"/>
                  <a:pt x="38481" y="23717"/>
                </a:cubicBezTo>
                <a:cubicBezTo>
                  <a:pt x="50006" y="29051"/>
                  <a:pt x="63055" y="34480"/>
                  <a:pt x="76676" y="36290"/>
                </a:cubicBezTo>
                <a:cubicBezTo>
                  <a:pt x="87820" y="37719"/>
                  <a:pt x="100203" y="38481"/>
                  <a:pt x="105632" y="28861"/>
                </a:cubicBezTo>
                <a:cubicBezTo>
                  <a:pt x="108490" y="23813"/>
                  <a:pt x="106585" y="17717"/>
                  <a:pt x="102965" y="13811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3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9CF4C148-E4F0-41F9-9012-8B1A6D12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2957" y="408349"/>
            <a:ext cx="221392" cy="338622"/>
          </a:xfrm>
          <a:custGeom xmlns:a="http://schemas.openxmlformats.org/drawingml/2006/main">
            <a:gdLst>
              <a:gd name="connsiteX0" fmla="*/ 53435 w 221392"/>
              <a:gd name="connsiteY0" fmla="*/ 305762 h 338622"/>
              <a:gd name="connsiteX1" fmla="*/ 147256 w 221392"/>
              <a:gd name="connsiteY1" fmla="*/ 211369 h 338622"/>
              <a:gd name="connsiteX2" fmla="*/ 216789 w 221392"/>
              <a:gd name="connsiteY2" fmla="*/ 93545 h 338622"/>
              <a:gd name="connsiteX3" fmla="*/ 208502 w 221392"/>
              <a:gd name="connsiteY3" fmla="*/ 20869 h 338622"/>
              <a:gd name="connsiteX4" fmla="*/ 167926 w 221392"/>
              <a:gd name="connsiteY4" fmla="*/ 9 h 338622"/>
              <a:gd name="connsiteX5" fmla="*/ 134398 w 221392"/>
              <a:gd name="connsiteY5" fmla="*/ 4867 h 338622"/>
              <a:gd name="connsiteX6" fmla="*/ 133064 w 221392"/>
              <a:gd name="connsiteY6" fmla="*/ 20012 h 338622"/>
              <a:gd name="connsiteX7" fmla="*/ 117253 w 221392"/>
              <a:gd name="connsiteY7" fmla="*/ 80114 h 338622"/>
              <a:gd name="connsiteX8" fmla="*/ 109538 w 221392"/>
              <a:gd name="connsiteY8" fmla="*/ 102498 h 338622"/>
              <a:gd name="connsiteX9" fmla="*/ 67723 w 221392"/>
              <a:gd name="connsiteY9" fmla="*/ 208702 h 338622"/>
              <a:gd name="connsiteX10" fmla="*/ 0 w 221392"/>
              <a:gd name="connsiteY10" fmla="*/ 338623 h 338622"/>
              <a:gd name="connsiteX11" fmla="*/ 53435 w 221392"/>
              <a:gd name="connsiteY11" fmla="*/ 305762 h 338622"/>
            </a:gdLst>
            <a:rect l="l" t="t" r="r" b="b"/>
            <a:pathLst>
              <a:path w="221392" h="338622">
                <a:moveTo>
                  <a:pt x="53435" y="305762"/>
                </a:moveTo>
                <a:cubicBezTo>
                  <a:pt x="85630" y="280330"/>
                  <a:pt x="118110" y="247754"/>
                  <a:pt x="147256" y="211369"/>
                </a:cubicBezTo>
                <a:cubicBezTo>
                  <a:pt x="171545" y="181175"/>
                  <a:pt x="201454" y="140408"/>
                  <a:pt x="216789" y="93545"/>
                </a:cubicBezTo>
                <a:cubicBezTo>
                  <a:pt x="225171" y="68113"/>
                  <a:pt x="221933" y="39538"/>
                  <a:pt x="208502" y="20869"/>
                </a:cubicBezTo>
                <a:cubicBezTo>
                  <a:pt x="198882" y="7439"/>
                  <a:pt x="184880" y="200"/>
                  <a:pt x="167926" y="9"/>
                </a:cubicBezTo>
                <a:cubicBezTo>
                  <a:pt x="156115" y="-181"/>
                  <a:pt x="142018" y="2676"/>
                  <a:pt x="134398" y="4867"/>
                </a:cubicBezTo>
                <a:cubicBezTo>
                  <a:pt x="134112" y="9725"/>
                  <a:pt x="133731" y="14678"/>
                  <a:pt x="133064" y="20012"/>
                </a:cubicBezTo>
                <a:cubicBezTo>
                  <a:pt x="130112" y="42205"/>
                  <a:pt x="123063" y="63827"/>
                  <a:pt x="117253" y="80114"/>
                </a:cubicBezTo>
                <a:cubicBezTo>
                  <a:pt x="114109" y="88973"/>
                  <a:pt x="111728" y="95926"/>
                  <a:pt x="109538" y="102498"/>
                </a:cubicBezTo>
                <a:cubicBezTo>
                  <a:pt x="102108" y="124501"/>
                  <a:pt x="96203" y="141932"/>
                  <a:pt x="67723" y="208702"/>
                </a:cubicBezTo>
                <a:cubicBezTo>
                  <a:pt x="46863" y="257565"/>
                  <a:pt x="21146" y="302999"/>
                  <a:pt x="0" y="338623"/>
                </a:cubicBezTo>
                <a:cubicBezTo>
                  <a:pt x="17145" y="331289"/>
                  <a:pt x="34766" y="320525"/>
                  <a:pt x="53435" y="305762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4" name="任意多边形: 形状 23">
            <a:extLst xmlns:a="http://schemas.openxmlformats.org/drawingml/2006/main">
              <a:ext uri="{FF2B5EF4-FFF2-40B4-BE49-F238E27FC236}">
                <a16:creationId xmlns:a16="http://schemas.microsoft.com/office/drawing/2014/main" id="{0130422B-5271-4259-9DC4-E1AF5115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559" y="803943"/>
            <a:ext cx="76250" cy="40500"/>
          </a:xfrm>
          <a:custGeom xmlns:a="http://schemas.openxmlformats.org/drawingml/2006/main">
            <a:gdLst>
              <a:gd name="connsiteX0" fmla="*/ 1765 w 76250"/>
              <a:gd name="connsiteY0" fmla="*/ 24860 h 40500"/>
              <a:gd name="connsiteX1" fmla="*/ 1955 w 76250"/>
              <a:gd name="connsiteY1" fmla="*/ 36385 h 40500"/>
              <a:gd name="connsiteX2" fmla="*/ 24530 w 76250"/>
              <a:gd name="connsiteY2" fmla="*/ 37814 h 40500"/>
              <a:gd name="connsiteX3" fmla="*/ 50723 w 76250"/>
              <a:gd name="connsiteY3" fmla="*/ 23336 h 40500"/>
              <a:gd name="connsiteX4" fmla="*/ 76250 w 76250"/>
              <a:gd name="connsiteY4" fmla="*/ 0 h 40500"/>
              <a:gd name="connsiteX5" fmla="*/ 25768 w 76250"/>
              <a:gd name="connsiteY5" fmla="*/ 18098 h 40500"/>
              <a:gd name="connsiteX6" fmla="*/ 1765 w 76250"/>
              <a:gd name="connsiteY6" fmla="*/ 24860 h 40500"/>
            </a:gdLst>
            <a:rect l="l" t="t" r="r" b="b"/>
            <a:pathLst>
              <a:path w="76250" h="40500">
                <a:moveTo>
                  <a:pt x="1765" y="24860"/>
                </a:moveTo>
                <a:cubicBezTo>
                  <a:pt x="-331" y="28289"/>
                  <a:pt x="-902" y="33052"/>
                  <a:pt x="1955" y="36385"/>
                </a:cubicBezTo>
                <a:cubicBezTo>
                  <a:pt x="7385" y="42767"/>
                  <a:pt x="16433" y="40481"/>
                  <a:pt x="24530" y="37814"/>
                </a:cubicBezTo>
                <a:cubicBezTo>
                  <a:pt x="34340" y="34576"/>
                  <a:pt x="43294" y="28670"/>
                  <a:pt x="50723" y="23336"/>
                </a:cubicBezTo>
                <a:cubicBezTo>
                  <a:pt x="58439" y="17812"/>
                  <a:pt x="66535" y="11430"/>
                  <a:pt x="76250" y="0"/>
                </a:cubicBezTo>
                <a:cubicBezTo>
                  <a:pt x="60439" y="6572"/>
                  <a:pt x="43580" y="12668"/>
                  <a:pt x="25768" y="18098"/>
                </a:cubicBezTo>
                <a:cubicBezTo>
                  <a:pt x="17100" y="20765"/>
                  <a:pt x="9099" y="22955"/>
                  <a:pt x="1765" y="2486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B09EB80D-FA6A-476B-BAB7-7AC8CCDE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6150" y="764795"/>
            <a:ext cx="191658" cy="65708"/>
          </a:xfrm>
          <a:custGeom xmlns:a="http://schemas.openxmlformats.org/drawingml/2006/main">
            <a:gdLst>
              <a:gd name="connsiteX0" fmla="*/ 191658 w 191658"/>
              <a:gd name="connsiteY0" fmla="*/ 37243 h 65708"/>
              <a:gd name="connsiteX1" fmla="*/ 107076 w 191658"/>
              <a:gd name="connsiteY1" fmla="*/ 30670 h 65708"/>
              <a:gd name="connsiteX2" fmla="*/ 19065 w 191658"/>
              <a:gd name="connsiteY2" fmla="*/ 0 h 65708"/>
              <a:gd name="connsiteX3" fmla="*/ 3920 w 191658"/>
              <a:gd name="connsiteY3" fmla="*/ 12001 h 65708"/>
              <a:gd name="connsiteX4" fmla="*/ 7540 w 191658"/>
              <a:gd name="connsiteY4" fmla="*/ 43053 h 65708"/>
              <a:gd name="connsiteX5" fmla="*/ 38401 w 191658"/>
              <a:gd name="connsiteY5" fmla="*/ 60960 h 65708"/>
              <a:gd name="connsiteX6" fmla="*/ 50307 w 191658"/>
              <a:gd name="connsiteY6" fmla="*/ 62960 h 65708"/>
              <a:gd name="connsiteX7" fmla="*/ 52593 w 191658"/>
              <a:gd name="connsiteY7" fmla="*/ 63341 h 65708"/>
              <a:gd name="connsiteX8" fmla="*/ 103076 w 191658"/>
              <a:gd name="connsiteY8" fmla="*/ 63913 h 65708"/>
              <a:gd name="connsiteX9" fmla="*/ 147843 w 191658"/>
              <a:gd name="connsiteY9" fmla="*/ 52578 h 65708"/>
              <a:gd name="connsiteX10" fmla="*/ 191658 w 191658"/>
              <a:gd name="connsiteY10" fmla="*/ 37243 h 65708"/>
            </a:gdLst>
            <a:rect l="l" t="t" r="r" b="b"/>
            <a:pathLst>
              <a:path w="191658" h="65708">
                <a:moveTo>
                  <a:pt x="191658" y="37243"/>
                </a:moveTo>
                <a:cubicBezTo>
                  <a:pt x="166036" y="39148"/>
                  <a:pt x="138223" y="37052"/>
                  <a:pt x="107076" y="30670"/>
                </a:cubicBezTo>
                <a:cubicBezTo>
                  <a:pt x="70214" y="23146"/>
                  <a:pt x="42782" y="13621"/>
                  <a:pt x="19065" y="0"/>
                </a:cubicBezTo>
                <a:cubicBezTo>
                  <a:pt x="9445" y="4286"/>
                  <a:pt x="6397" y="8572"/>
                  <a:pt x="3920" y="12001"/>
                </a:cubicBezTo>
                <a:cubicBezTo>
                  <a:pt x="-3604" y="22574"/>
                  <a:pt x="872" y="34957"/>
                  <a:pt x="7540" y="43053"/>
                </a:cubicBezTo>
                <a:cubicBezTo>
                  <a:pt x="14874" y="52006"/>
                  <a:pt x="24971" y="57912"/>
                  <a:pt x="38401" y="60960"/>
                </a:cubicBezTo>
                <a:cubicBezTo>
                  <a:pt x="42306" y="61817"/>
                  <a:pt x="46402" y="62389"/>
                  <a:pt x="50307" y="62960"/>
                </a:cubicBezTo>
                <a:lnTo>
                  <a:pt x="52593" y="63341"/>
                </a:lnTo>
                <a:cubicBezTo>
                  <a:pt x="72881" y="66294"/>
                  <a:pt x="88979" y="66484"/>
                  <a:pt x="103076" y="63913"/>
                </a:cubicBezTo>
                <a:cubicBezTo>
                  <a:pt x="116220" y="61531"/>
                  <a:pt x="130508" y="57912"/>
                  <a:pt x="147843" y="52578"/>
                </a:cubicBezTo>
                <a:cubicBezTo>
                  <a:pt x="163178" y="47911"/>
                  <a:pt x="177847" y="42767"/>
                  <a:pt x="191658" y="3724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ACBF6FA2-207E-4300-BE6A-49754F4A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2920" y="565451"/>
            <a:ext cx="204508" cy="228871"/>
          </a:xfrm>
          <a:custGeom xmlns:a="http://schemas.openxmlformats.org/drawingml/2006/main">
            <a:gdLst>
              <a:gd name="connsiteX0" fmla="*/ 89446 w 204508"/>
              <a:gd name="connsiteY0" fmla="*/ 69233 h 228871"/>
              <a:gd name="connsiteX1" fmla="*/ 80588 w 204508"/>
              <a:gd name="connsiteY1" fmla="*/ 53802 h 228871"/>
              <a:gd name="connsiteX2" fmla="*/ 60300 w 204508"/>
              <a:gd name="connsiteY2" fmla="*/ 11416 h 228871"/>
              <a:gd name="connsiteX3" fmla="*/ 57157 w 204508"/>
              <a:gd name="connsiteY3" fmla="*/ 367 h 228871"/>
              <a:gd name="connsiteX4" fmla="*/ 31630 w 204508"/>
              <a:gd name="connsiteY4" fmla="*/ 1510 h 228871"/>
              <a:gd name="connsiteX5" fmla="*/ 4483 w 204508"/>
              <a:gd name="connsiteY5" fmla="*/ 22751 h 228871"/>
              <a:gd name="connsiteX6" fmla="*/ 8674 w 204508"/>
              <a:gd name="connsiteY6" fmla="*/ 77900 h 228871"/>
              <a:gd name="connsiteX7" fmla="*/ 77064 w 204508"/>
              <a:gd name="connsiteY7" fmla="*/ 155434 h 228871"/>
              <a:gd name="connsiteX8" fmla="*/ 160122 w 204508"/>
              <a:gd name="connsiteY8" fmla="*/ 212108 h 228871"/>
              <a:gd name="connsiteX9" fmla="*/ 204508 w 204508"/>
              <a:gd name="connsiteY9" fmla="*/ 228872 h 228871"/>
              <a:gd name="connsiteX10" fmla="*/ 135738 w 204508"/>
              <a:gd name="connsiteY10" fmla="*/ 142099 h 228871"/>
              <a:gd name="connsiteX11" fmla="*/ 89542 w 204508"/>
              <a:gd name="connsiteY11" fmla="*/ 69233 h 228871"/>
            </a:gdLst>
            <a:rect l="l" t="t" r="r" b="b"/>
            <a:pathLst>
              <a:path w="204508" h="228871">
                <a:moveTo>
                  <a:pt x="89446" y="69233"/>
                </a:moveTo>
                <a:cubicBezTo>
                  <a:pt x="86875" y="64661"/>
                  <a:pt x="84112" y="59898"/>
                  <a:pt x="80588" y="53802"/>
                </a:cubicBezTo>
                <a:cubicBezTo>
                  <a:pt x="73921" y="42467"/>
                  <a:pt x="65634" y="27418"/>
                  <a:pt x="60300" y="11416"/>
                </a:cubicBezTo>
                <a:cubicBezTo>
                  <a:pt x="59062" y="7606"/>
                  <a:pt x="58014" y="3891"/>
                  <a:pt x="57157" y="367"/>
                </a:cubicBezTo>
                <a:cubicBezTo>
                  <a:pt x="51251" y="-205"/>
                  <a:pt x="40393" y="-300"/>
                  <a:pt x="31630" y="1510"/>
                </a:cubicBezTo>
                <a:cubicBezTo>
                  <a:pt x="19152" y="4082"/>
                  <a:pt x="9722" y="11416"/>
                  <a:pt x="4483" y="22751"/>
                </a:cubicBezTo>
                <a:cubicBezTo>
                  <a:pt x="-2756" y="38562"/>
                  <a:pt x="-1136" y="60184"/>
                  <a:pt x="8674" y="77900"/>
                </a:cubicBezTo>
                <a:cubicBezTo>
                  <a:pt x="26772" y="110476"/>
                  <a:pt x="54680" y="136479"/>
                  <a:pt x="77064" y="155434"/>
                </a:cubicBezTo>
                <a:cubicBezTo>
                  <a:pt x="103924" y="178199"/>
                  <a:pt x="132595" y="197820"/>
                  <a:pt x="160122" y="212108"/>
                </a:cubicBezTo>
                <a:cubicBezTo>
                  <a:pt x="176124" y="220394"/>
                  <a:pt x="190697" y="225919"/>
                  <a:pt x="204508" y="228872"/>
                </a:cubicBezTo>
                <a:cubicBezTo>
                  <a:pt x="183744" y="205440"/>
                  <a:pt x="158217" y="175341"/>
                  <a:pt x="135738" y="142099"/>
                </a:cubicBezTo>
                <a:cubicBezTo>
                  <a:pt x="105067" y="96569"/>
                  <a:pt x="98209" y="84473"/>
                  <a:pt x="89542" y="6923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0015C994-17F7-4B5F-90C2-1391A7C7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21892" y="500488"/>
            <a:ext cx="148965" cy="290596"/>
          </a:xfrm>
          <a:custGeom xmlns:a="http://schemas.openxmlformats.org/drawingml/2006/main">
            <a:gdLst>
              <a:gd name="connsiteX0" fmla="*/ 114294 w 148965"/>
              <a:gd name="connsiteY0" fmla="*/ 98096 h 290596"/>
              <a:gd name="connsiteX1" fmla="*/ 109341 w 148965"/>
              <a:gd name="connsiteY1" fmla="*/ 80856 h 290596"/>
              <a:gd name="connsiteX2" fmla="*/ 93339 w 148965"/>
              <a:gd name="connsiteY2" fmla="*/ 37708 h 290596"/>
              <a:gd name="connsiteX3" fmla="*/ 63907 w 148965"/>
              <a:gd name="connsiteY3" fmla="*/ 3989 h 290596"/>
              <a:gd name="connsiteX4" fmla="*/ 27426 w 148965"/>
              <a:gd name="connsiteY4" fmla="*/ 3799 h 290596"/>
              <a:gd name="connsiteX5" fmla="*/ 26759 w 148965"/>
              <a:gd name="connsiteY5" fmla="*/ 4085 h 290596"/>
              <a:gd name="connsiteX6" fmla="*/ 2090 w 148965"/>
              <a:gd name="connsiteY6" fmla="*/ 30183 h 290596"/>
              <a:gd name="connsiteX7" fmla="*/ 5804 w 148965"/>
              <a:gd name="connsiteY7" fmla="*/ 74760 h 290596"/>
              <a:gd name="connsiteX8" fmla="*/ 25712 w 148965"/>
              <a:gd name="connsiteY8" fmla="*/ 116194 h 290596"/>
              <a:gd name="connsiteX9" fmla="*/ 34665 w 148965"/>
              <a:gd name="connsiteY9" fmla="*/ 131720 h 290596"/>
              <a:gd name="connsiteX10" fmla="*/ 80671 w 148965"/>
              <a:gd name="connsiteY10" fmla="*/ 204300 h 290596"/>
              <a:gd name="connsiteX11" fmla="*/ 148965 w 148965"/>
              <a:gd name="connsiteY11" fmla="*/ 290597 h 290596"/>
              <a:gd name="connsiteX12" fmla="*/ 134487 w 148965"/>
              <a:gd name="connsiteY12" fmla="*/ 181535 h 290596"/>
              <a:gd name="connsiteX13" fmla="*/ 114389 w 148965"/>
              <a:gd name="connsiteY13" fmla="*/ 98001 h 290596"/>
            </a:gdLst>
            <a:rect l="l" t="t" r="r" b="b"/>
            <a:pathLst>
              <a:path w="148965" h="290596">
                <a:moveTo>
                  <a:pt x="114294" y="98096"/>
                </a:moveTo>
                <a:cubicBezTo>
                  <a:pt x="112770" y="93048"/>
                  <a:pt x="111246" y="87714"/>
                  <a:pt x="109341" y="80856"/>
                </a:cubicBezTo>
                <a:cubicBezTo>
                  <a:pt x="105912" y="68474"/>
                  <a:pt x="100959" y="52281"/>
                  <a:pt x="93339" y="37708"/>
                </a:cubicBezTo>
                <a:cubicBezTo>
                  <a:pt x="84386" y="20372"/>
                  <a:pt x="74670" y="9323"/>
                  <a:pt x="63907" y="3989"/>
                </a:cubicBezTo>
                <a:cubicBezTo>
                  <a:pt x="53239" y="-1249"/>
                  <a:pt x="38951" y="-1345"/>
                  <a:pt x="27426" y="3799"/>
                </a:cubicBezTo>
                <a:cubicBezTo>
                  <a:pt x="27236" y="3799"/>
                  <a:pt x="26950" y="3989"/>
                  <a:pt x="26759" y="4085"/>
                </a:cubicBezTo>
                <a:cubicBezTo>
                  <a:pt x="15234" y="8942"/>
                  <a:pt x="5614" y="19134"/>
                  <a:pt x="2090" y="30183"/>
                </a:cubicBezTo>
                <a:cubicBezTo>
                  <a:pt x="-1625" y="41708"/>
                  <a:pt x="-387" y="56282"/>
                  <a:pt x="5804" y="74760"/>
                </a:cubicBezTo>
                <a:cubicBezTo>
                  <a:pt x="11043" y="90381"/>
                  <a:pt x="19139" y="105145"/>
                  <a:pt x="25712" y="116194"/>
                </a:cubicBezTo>
                <a:cubicBezTo>
                  <a:pt x="29331" y="122290"/>
                  <a:pt x="32093" y="127148"/>
                  <a:pt x="34665" y="131720"/>
                </a:cubicBezTo>
                <a:cubicBezTo>
                  <a:pt x="43238" y="146960"/>
                  <a:pt x="50096" y="158961"/>
                  <a:pt x="80671" y="204300"/>
                </a:cubicBezTo>
                <a:cubicBezTo>
                  <a:pt x="102959" y="237352"/>
                  <a:pt x="128296" y="267260"/>
                  <a:pt x="148965" y="290597"/>
                </a:cubicBezTo>
                <a:cubicBezTo>
                  <a:pt x="146584" y="259545"/>
                  <a:pt x="142774" y="220493"/>
                  <a:pt x="134487" y="181535"/>
                </a:cubicBezTo>
                <a:cubicBezTo>
                  <a:pt x="123152" y="128005"/>
                  <a:pt x="119247" y="114765"/>
                  <a:pt x="114389" y="98001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8A9120B9-BA96-4E36-B75F-E97268EA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0104" y="646567"/>
            <a:ext cx="228942" cy="151493"/>
          </a:xfrm>
          <a:custGeom xmlns:a="http://schemas.openxmlformats.org/drawingml/2006/main">
            <a:gdLst>
              <a:gd name="connsiteX0" fmla="*/ 144075 w 228942"/>
              <a:gd name="connsiteY0" fmla="*/ 144327 h 151493"/>
              <a:gd name="connsiteX1" fmla="*/ 228942 w 228942"/>
              <a:gd name="connsiteY1" fmla="*/ 150709 h 151493"/>
              <a:gd name="connsiteX2" fmla="*/ 190652 w 228942"/>
              <a:gd name="connsiteY2" fmla="*/ 135278 h 151493"/>
              <a:gd name="connsiteX3" fmla="*/ 106737 w 228942"/>
              <a:gd name="connsiteY3" fmla="*/ 78033 h 151493"/>
              <a:gd name="connsiteX4" fmla="*/ 37966 w 228942"/>
              <a:gd name="connsiteY4" fmla="*/ 214 h 151493"/>
              <a:gd name="connsiteX5" fmla="*/ 15487 w 228942"/>
              <a:gd name="connsiteY5" fmla="*/ 5929 h 151493"/>
              <a:gd name="connsiteX6" fmla="*/ 57 w 228942"/>
              <a:gd name="connsiteY6" fmla="*/ 37552 h 151493"/>
              <a:gd name="connsiteX7" fmla="*/ 52349 w 228942"/>
              <a:gd name="connsiteY7" fmla="*/ 111180 h 151493"/>
              <a:gd name="connsiteX8" fmla="*/ 144170 w 228942"/>
              <a:gd name="connsiteY8" fmla="*/ 144422 h 151493"/>
            </a:gdLst>
            <a:rect l="l" t="t" r="r" b="b"/>
            <a:pathLst>
              <a:path w="228942" h="151493">
                <a:moveTo>
                  <a:pt x="144075" y="144327"/>
                </a:moveTo>
                <a:cubicBezTo>
                  <a:pt x="175412" y="150709"/>
                  <a:pt x="203320" y="152804"/>
                  <a:pt x="228942" y="150709"/>
                </a:cubicBezTo>
                <a:cubicBezTo>
                  <a:pt x="216941" y="147470"/>
                  <a:pt x="204273" y="142327"/>
                  <a:pt x="190652" y="135278"/>
                </a:cubicBezTo>
                <a:cubicBezTo>
                  <a:pt x="162839" y="120800"/>
                  <a:pt x="133788" y="100988"/>
                  <a:pt x="106737" y="78033"/>
                </a:cubicBezTo>
                <a:cubicBezTo>
                  <a:pt x="84353" y="58983"/>
                  <a:pt x="56349" y="32980"/>
                  <a:pt x="37966" y="214"/>
                </a:cubicBezTo>
                <a:cubicBezTo>
                  <a:pt x="30537" y="-739"/>
                  <a:pt x="21202" y="1547"/>
                  <a:pt x="15487" y="5929"/>
                </a:cubicBezTo>
                <a:cubicBezTo>
                  <a:pt x="4629" y="14120"/>
                  <a:pt x="-610" y="24788"/>
                  <a:pt x="57" y="37552"/>
                </a:cubicBezTo>
                <a:cubicBezTo>
                  <a:pt x="1485" y="66698"/>
                  <a:pt x="32061" y="98702"/>
                  <a:pt x="52349" y="111180"/>
                </a:cubicBezTo>
                <a:cubicBezTo>
                  <a:pt x="76733" y="126230"/>
                  <a:pt x="105117" y="136421"/>
                  <a:pt x="144170" y="144422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0D89CFD7-274D-41E7-82E4-27CE131C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3430" y="532285"/>
            <a:ext cx="96959" cy="254608"/>
          </a:xfrm>
          <a:custGeom xmlns:a="http://schemas.openxmlformats.org/drawingml/2006/main">
            <a:gdLst>
              <a:gd name="connsiteX0" fmla="*/ 15526 w 96959"/>
              <a:gd name="connsiteY0" fmla="*/ 216413 h 254608"/>
              <a:gd name="connsiteX1" fmla="*/ 0 w 96959"/>
              <a:gd name="connsiteY1" fmla="*/ 254608 h 254608"/>
              <a:gd name="connsiteX2" fmla="*/ 54483 w 96959"/>
              <a:gd name="connsiteY2" fmla="*/ 189267 h 254608"/>
              <a:gd name="connsiteX3" fmla="*/ 94488 w 96959"/>
              <a:gd name="connsiteY3" fmla="*/ 100208 h 254608"/>
              <a:gd name="connsiteX4" fmla="*/ 78010 w 96959"/>
              <a:gd name="connsiteY4" fmla="*/ 11435 h 254608"/>
              <a:gd name="connsiteX5" fmla="*/ 44577 w 96959"/>
              <a:gd name="connsiteY5" fmla="*/ 576 h 254608"/>
              <a:gd name="connsiteX6" fmla="*/ 24860 w 96959"/>
              <a:gd name="connsiteY6" fmla="*/ 12768 h 254608"/>
              <a:gd name="connsiteX7" fmla="*/ 32861 w 96959"/>
              <a:gd name="connsiteY7" fmla="*/ 116305 h 254608"/>
              <a:gd name="connsiteX8" fmla="*/ 15621 w 96959"/>
              <a:gd name="connsiteY8" fmla="*/ 216413 h 254608"/>
            </a:gdLst>
            <a:rect l="l" t="t" r="r" b="b"/>
            <a:pathLst>
              <a:path w="96959" h="254608">
                <a:moveTo>
                  <a:pt x="15526" y="216413"/>
                </a:moveTo>
                <a:cubicBezTo>
                  <a:pt x="11144" y="231081"/>
                  <a:pt x="6001" y="243654"/>
                  <a:pt x="0" y="254608"/>
                </a:cubicBezTo>
                <a:cubicBezTo>
                  <a:pt x="19336" y="237654"/>
                  <a:pt x="37243" y="216222"/>
                  <a:pt x="54483" y="189267"/>
                </a:cubicBezTo>
                <a:cubicBezTo>
                  <a:pt x="76009" y="155643"/>
                  <a:pt x="88297" y="128211"/>
                  <a:pt x="94488" y="100208"/>
                </a:cubicBezTo>
                <a:cubicBezTo>
                  <a:pt x="99631" y="76967"/>
                  <a:pt x="97917" y="32771"/>
                  <a:pt x="78010" y="11435"/>
                </a:cubicBezTo>
                <a:cubicBezTo>
                  <a:pt x="69247" y="2100"/>
                  <a:pt x="58007" y="-1519"/>
                  <a:pt x="44577" y="576"/>
                </a:cubicBezTo>
                <a:cubicBezTo>
                  <a:pt x="37528" y="1719"/>
                  <a:pt x="29242" y="6863"/>
                  <a:pt x="24860" y="12768"/>
                </a:cubicBezTo>
                <a:cubicBezTo>
                  <a:pt x="35528" y="48773"/>
                  <a:pt x="34766" y="86968"/>
                  <a:pt x="32861" y="116305"/>
                </a:cubicBezTo>
                <a:cubicBezTo>
                  <a:pt x="30575" y="151738"/>
                  <a:pt x="24575" y="186409"/>
                  <a:pt x="15621" y="21641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B485EB5A-33D6-47A8-8F5A-9DEF1E92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7812" y="636434"/>
            <a:ext cx="132715" cy="152935"/>
          </a:xfrm>
          <a:custGeom xmlns:a="http://schemas.openxmlformats.org/drawingml/2006/main">
            <a:gdLst>
              <a:gd name="connsiteX0" fmla="*/ 112395 w 132715"/>
              <a:gd name="connsiteY0" fmla="*/ 535 h 152935"/>
              <a:gd name="connsiteX1" fmla="*/ 93250 w 132715"/>
              <a:gd name="connsiteY1" fmla="*/ 3107 h 152935"/>
              <a:gd name="connsiteX2" fmla="*/ 54102 w 132715"/>
              <a:gd name="connsiteY2" fmla="*/ 87689 h 152935"/>
              <a:gd name="connsiteX3" fmla="*/ 0 w 132715"/>
              <a:gd name="connsiteY3" fmla="*/ 152935 h 152935"/>
              <a:gd name="connsiteX4" fmla="*/ 41529 w 132715"/>
              <a:gd name="connsiteY4" fmla="*/ 132171 h 152935"/>
              <a:gd name="connsiteX5" fmla="*/ 80867 w 132715"/>
              <a:gd name="connsiteY5" fmla="*/ 107882 h 152935"/>
              <a:gd name="connsiteX6" fmla="*/ 115538 w 132715"/>
              <a:gd name="connsiteY6" fmla="*/ 71211 h 152935"/>
              <a:gd name="connsiteX7" fmla="*/ 116872 w 132715"/>
              <a:gd name="connsiteY7" fmla="*/ 69306 h 152935"/>
              <a:gd name="connsiteX8" fmla="*/ 123730 w 132715"/>
              <a:gd name="connsiteY8" fmla="*/ 59305 h 152935"/>
              <a:gd name="connsiteX9" fmla="*/ 132398 w 132715"/>
              <a:gd name="connsiteY9" fmla="*/ 24634 h 152935"/>
              <a:gd name="connsiteX10" fmla="*/ 112586 w 132715"/>
              <a:gd name="connsiteY10" fmla="*/ 440 h 152935"/>
            </a:gdLst>
            <a:rect l="l" t="t" r="r" b="b"/>
            <a:pathLst>
              <a:path w="132715" h="152935">
                <a:moveTo>
                  <a:pt x="112395" y="535"/>
                </a:moveTo>
                <a:cubicBezTo>
                  <a:pt x="108204" y="-131"/>
                  <a:pt x="102965" y="-893"/>
                  <a:pt x="93250" y="3107"/>
                </a:cubicBezTo>
                <a:cubicBezTo>
                  <a:pt x="86487" y="29587"/>
                  <a:pt x="74295" y="55971"/>
                  <a:pt x="54102" y="87689"/>
                </a:cubicBezTo>
                <a:cubicBezTo>
                  <a:pt x="36957" y="114454"/>
                  <a:pt x="19145" y="135886"/>
                  <a:pt x="0" y="152935"/>
                </a:cubicBezTo>
                <a:cubicBezTo>
                  <a:pt x="13621" y="146839"/>
                  <a:pt x="27527" y="139886"/>
                  <a:pt x="41529" y="132171"/>
                </a:cubicBezTo>
                <a:cubicBezTo>
                  <a:pt x="57436" y="123408"/>
                  <a:pt x="69914" y="115693"/>
                  <a:pt x="80867" y="107882"/>
                </a:cubicBezTo>
                <a:cubicBezTo>
                  <a:pt x="92488" y="99595"/>
                  <a:pt x="103537" y="87880"/>
                  <a:pt x="115538" y="71211"/>
                </a:cubicBezTo>
                <a:lnTo>
                  <a:pt x="116872" y="69306"/>
                </a:lnTo>
                <a:cubicBezTo>
                  <a:pt x="119253" y="66067"/>
                  <a:pt x="121634" y="62734"/>
                  <a:pt x="123730" y="59305"/>
                </a:cubicBezTo>
                <a:cubicBezTo>
                  <a:pt x="130874" y="47494"/>
                  <a:pt x="133731" y="36159"/>
                  <a:pt x="132398" y="24634"/>
                </a:cubicBezTo>
                <a:cubicBezTo>
                  <a:pt x="131159" y="14251"/>
                  <a:pt x="125349" y="2440"/>
                  <a:pt x="112586" y="44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F418C8F6-DF6B-4E37-B1FD-D41FAB58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3335" y="760223"/>
            <a:ext cx="77870" cy="36609"/>
          </a:xfrm>
          <a:custGeom xmlns:a="http://schemas.openxmlformats.org/drawingml/2006/main">
            <a:gdLst>
              <a:gd name="connsiteX0" fmla="*/ 69723 w 77870"/>
              <a:gd name="connsiteY0" fmla="*/ 0 h 36609"/>
              <a:gd name="connsiteX1" fmla="*/ 48101 w 77870"/>
              <a:gd name="connsiteY1" fmla="*/ 12573 h 36609"/>
              <a:gd name="connsiteX2" fmla="*/ 0 w 77870"/>
              <a:gd name="connsiteY2" fmla="*/ 36290 h 36609"/>
              <a:gd name="connsiteX3" fmla="*/ 34100 w 77870"/>
              <a:gd name="connsiteY3" fmla="*/ 34290 h 36609"/>
              <a:gd name="connsiteX4" fmla="*/ 63151 w 77870"/>
              <a:gd name="connsiteY4" fmla="*/ 25432 h 36609"/>
              <a:gd name="connsiteX5" fmla="*/ 77819 w 77870"/>
              <a:gd name="connsiteY5" fmla="*/ 8192 h 36609"/>
              <a:gd name="connsiteX6" fmla="*/ 69628 w 77870"/>
              <a:gd name="connsiteY6" fmla="*/ 0 h 36609"/>
            </a:gdLst>
            <a:rect l="l" t="t" r="r" b="b"/>
            <a:pathLst>
              <a:path w="77870" h="36609">
                <a:moveTo>
                  <a:pt x="69723" y="0"/>
                </a:moveTo>
                <a:cubicBezTo>
                  <a:pt x="63246" y="4001"/>
                  <a:pt x="56102" y="8096"/>
                  <a:pt x="48101" y="12573"/>
                </a:cubicBezTo>
                <a:cubicBezTo>
                  <a:pt x="31814" y="21527"/>
                  <a:pt x="15716" y="29432"/>
                  <a:pt x="0" y="36290"/>
                </a:cubicBezTo>
                <a:cubicBezTo>
                  <a:pt x="14954" y="37243"/>
                  <a:pt x="25051" y="35909"/>
                  <a:pt x="34100" y="34290"/>
                </a:cubicBezTo>
                <a:cubicBezTo>
                  <a:pt x="43529" y="32576"/>
                  <a:pt x="54007" y="30290"/>
                  <a:pt x="63151" y="25432"/>
                </a:cubicBezTo>
                <a:cubicBezTo>
                  <a:pt x="70676" y="21527"/>
                  <a:pt x="78581" y="16574"/>
                  <a:pt x="77819" y="8192"/>
                </a:cubicBezTo>
                <a:cubicBezTo>
                  <a:pt x="77438" y="3810"/>
                  <a:pt x="73533" y="857"/>
                  <a:pt x="69628" y="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11EBAE48-3649-414B-AE31-964D9F18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3898" y="501576"/>
            <a:ext cx="98672" cy="289127"/>
          </a:xfrm>
          <a:custGeom xmlns:a="http://schemas.openxmlformats.org/drawingml/2006/main">
            <a:gdLst>
              <a:gd name="connsiteX0" fmla="*/ 80486 w 98672"/>
              <a:gd name="connsiteY0" fmla="*/ 245693 h 289127"/>
              <a:gd name="connsiteX1" fmla="*/ 97536 w 98672"/>
              <a:gd name="connsiteY1" fmla="*/ 146633 h 289127"/>
              <a:gd name="connsiteX2" fmla="*/ 89345 w 98672"/>
              <a:gd name="connsiteY2" fmla="*/ 43573 h 289127"/>
              <a:gd name="connsiteX3" fmla="*/ 52673 w 98672"/>
              <a:gd name="connsiteY3" fmla="*/ 2234 h 289127"/>
              <a:gd name="connsiteX4" fmla="*/ 18574 w 98672"/>
              <a:gd name="connsiteY4" fmla="*/ 6901 h 289127"/>
              <a:gd name="connsiteX5" fmla="*/ 0 w 98672"/>
              <a:gd name="connsiteY5" fmla="*/ 24427 h 289127"/>
              <a:gd name="connsiteX6" fmla="*/ 5715 w 98672"/>
              <a:gd name="connsiteY6" fmla="*/ 34333 h 289127"/>
              <a:gd name="connsiteX7" fmla="*/ 22003 w 98672"/>
              <a:gd name="connsiteY7" fmla="*/ 78434 h 289127"/>
              <a:gd name="connsiteX8" fmla="*/ 26956 w 98672"/>
              <a:gd name="connsiteY8" fmla="*/ 95579 h 289127"/>
              <a:gd name="connsiteX9" fmla="*/ 47149 w 98672"/>
              <a:gd name="connsiteY9" fmla="*/ 179399 h 289127"/>
              <a:gd name="connsiteX10" fmla="*/ 61627 w 98672"/>
              <a:gd name="connsiteY10" fmla="*/ 289127 h 289127"/>
              <a:gd name="connsiteX11" fmla="*/ 80391 w 98672"/>
              <a:gd name="connsiteY11" fmla="*/ 245598 h 289127"/>
            </a:gdLst>
            <a:rect l="l" t="t" r="r" b="b"/>
            <a:pathLst>
              <a:path w="98672" h="289127">
                <a:moveTo>
                  <a:pt x="80486" y="245693"/>
                </a:moveTo>
                <a:cubicBezTo>
                  <a:pt x="89345" y="215975"/>
                  <a:pt x="95250" y="181685"/>
                  <a:pt x="97536" y="146633"/>
                </a:cubicBezTo>
                <a:cubicBezTo>
                  <a:pt x="99441" y="117391"/>
                  <a:pt x="100203" y="79196"/>
                  <a:pt x="89345" y="43573"/>
                </a:cubicBezTo>
                <a:cubicBezTo>
                  <a:pt x="83439" y="24237"/>
                  <a:pt x="69056" y="7949"/>
                  <a:pt x="52673" y="2234"/>
                </a:cubicBezTo>
                <a:cubicBezTo>
                  <a:pt x="40862" y="-1862"/>
                  <a:pt x="29051" y="-338"/>
                  <a:pt x="18574" y="6901"/>
                </a:cubicBezTo>
                <a:cubicBezTo>
                  <a:pt x="11240" y="11950"/>
                  <a:pt x="3715" y="19855"/>
                  <a:pt x="0" y="24427"/>
                </a:cubicBezTo>
                <a:cubicBezTo>
                  <a:pt x="1905" y="27475"/>
                  <a:pt x="3810" y="30809"/>
                  <a:pt x="5715" y="34333"/>
                </a:cubicBezTo>
                <a:cubicBezTo>
                  <a:pt x="13526" y="49383"/>
                  <a:pt x="18574" y="65766"/>
                  <a:pt x="22003" y="78434"/>
                </a:cubicBezTo>
                <a:cubicBezTo>
                  <a:pt x="23908" y="85292"/>
                  <a:pt x="25432" y="90626"/>
                  <a:pt x="26956" y="95579"/>
                </a:cubicBezTo>
                <a:cubicBezTo>
                  <a:pt x="31909" y="112438"/>
                  <a:pt x="35814" y="125773"/>
                  <a:pt x="47149" y="179399"/>
                </a:cubicBezTo>
                <a:cubicBezTo>
                  <a:pt x="55435" y="218642"/>
                  <a:pt x="59341" y="257980"/>
                  <a:pt x="61627" y="289127"/>
                </a:cubicBezTo>
                <a:cubicBezTo>
                  <a:pt x="69056" y="277126"/>
                  <a:pt x="75248" y="262838"/>
                  <a:pt x="80391" y="245598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8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D86A944B-AF43-49DF-98D8-64381849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5255"/>
            <a:ext cx="12192000" cy="1186815"/>
          </a:xfrm>
          <a:custGeom xmlns:a="http://schemas.openxmlformats.org/drawingml/2006/main">
            <a:gdLst>
              <a:gd name="connsiteX0" fmla="*/ 11281874 w 12192005"/>
              <a:gd name="connsiteY0" fmla="*/ 340 h 1187027"/>
              <a:gd name="connsiteX1" fmla="*/ 12191521 w 12192005"/>
              <a:gd name="connsiteY1" fmla="*/ 11670 h 1187027"/>
              <a:gd name="connsiteX2" fmla="*/ 12191535 w 12192005"/>
              <a:gd name="connsiteY2" fmla="*/ 11670 h 1187027"/>
              <a:gd name="connsiteX3" fmla="*/ 12192005 w 12192005"/>
              <a:gd name="connsiteY3" fmla="*/ 203355 h 1187027"/>
              <a:gd name="connsiteX4" fmla="*/ 12191521 w 12192005"/>
              <a:gd name="connsiteY4" fmla="*/ 203355 h 1187027"/>
              <a:gd name="connsiteX5" fmla="*/ 9229780 w 12192005"/>
              <a:gd name="connsiteY5" fmla="*/ 341874 h 1187027"/>
              <a:gd name="connsiteX6" fmla="*/ 2833140 w 12192005"/>
              <a:gd name="connsiteY6" fmla="*/ 1182698 h 1187027"/>
              <a:gd name="connsiteX7" fmla="*/ 0 w 12192005"/>
              <a:gd name="connsiteY7" fmla="*/ 1007862 h 1187027"/>
              <a:gd name="connsiteX8" fmla="*/ 0 w 12192005"/>
              <a:gd name="connsiteY8" fmla="*/ 816177 h 1187027"/>
              <a:gd name="connsiteX9" fmla="*/ 2833140 w 12192005"/>
              <a:gd name="connsiteY9" fmla="*/ 991013 h 1187027"/>
              <a:gd name="connsiteX10" fmla="*/ 9229780 w 12192005"/>
              <a:gd name="connsiteY10" fmla="*/ 150189 h 1187027"/>
              <a:gd name="connsiteX11" fmla="*/ 11281874 w 12192005"/>
              <a:gd name="connsiteY11" fmla="*/ 340 h 1187027"/>
            </a:gdLst>
            <a:rect l="l" t="t" r="r" b="b"/>
            <a:pathLst>
              <a:path w="12192005" h="1187027">
                <a:moveTo>
                  <a:pt x="11281874" y="340"/>
                </a:moveTo>
                <a:cubicBezTo>
                  <a:pt x="11650229" y="-1733"/>
                  <a:pt x="11968407" y="6127"/>
                  <a:pt x="12191521" y="11670"/>
                </a:cubicBezTo>
                <a:lnTo>
                  <a:pt x="12191535" y="11670"/>
                </a:lnTo>
                <a:lnTo>
                  <a:pt x="12192005" y="203355"/>
                </a:lnTo>
                <a:lnTo>
                  <a:pt x="12191521" y="203355"/>
                </a:lnTo>
                <a:cubicBezTo>
                  <a:pt x="11596550" y="188573"/>
                  <a:pt x="10325568" y="157320"/>
                  <a:pt x="9229780" y="341874"/>
                </a:cubicBezTo>
                <a:cubicBezTo>
                  <a:pt x="7766138" y="588506"/>
                  <a:pt x="5324630" y="1246468"/>
                  <a:pt x="2833140" y="1182698"/>
                </a:cubicBezTo>
                <a:cubicBezTo>
                  <a:pt x="634279" y="1126531"/>
                  <a:pt x="0" y="1007862"/>
                  <a:pt x="0" y="1007862"/>
                </a:cubicBezTo>
                <a:lnTo>
                  <a:pt x="0" y="816177"/>
                </a:lnTo>
                <a:cubicBezTo>
                  <a:pt x="0" y="816177"/>
                  <a:pt x="634279" y="934846"/>
                  <a:pt x="2833140" y="991013"/>
                </a:cubicBezTo>
                <a:cubicBezTo>
                  <a:pt x="5324630" y="1054783"/>
                  <a:pt x="7766138" y="396821"/>
                  <a:pt x="9229780" y="150189"/>
                </a:cubicBezTo>
                <a:cubicBezTo>
                  <a:pt x="9914648" y="34843"/>
                  <a:pt x="10667950" y="3796"/>
                  <a:pt x="11281874" y="340"/>
                </a:cubicBezTo>
                <a:close/>
              </a:path>
            </a:pathLst>
          </a:custGeom>
          <a:gradFill xmlns:a="http://schemas.openxmlformats.org/drawingml/2006/main" flip="none" rotWithShape="1">
            <a:gsLst>
              <a:gs pos="0">
                <a:srgbClr val="FFFEFE"/>
              </a:gs>
              <a:gs pos="42000">
                <a:srgbClr val="F9EFE3"/>
              </a:gs>
              <a:gs pos="100000">
                <a:schemeClr val="accent4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7DDBB2E-56F9-47FC-AB55-3176077059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56F9CE4-9A7D-4589-8A31-FE5E848DC1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41F7BF0-8C14-49C9-A3B2-BB550EBCF5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E7D2639-DBD4-470C-98DF-C201ECF0F1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C43A7A6-E426-4AA0-B4C1-FC6023F88B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1B35-5042-4EA9-9736-27363483A8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9753CDE-3746-4612-A81A-8143D9EC96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9B902D6-2BE3-443B-BB79-567DE3CCF1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9E5AA87-0D03-4260-B6AD-F58DEBA10D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26B5FAC-6BA0-442C-B21E-3EBCD2D837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92E7875-63D8-483A-8B05-A291D81BE8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2909C3D-2C3E-49E7-8DFF-63EAFEAB0C4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568B2CC-FA8B-422C-B911-C4E1B2DCD7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5D61058-D08D-4D28-AD5A-43158ED0BE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90C858B-8DC2-4FD2-A6EB-23A93527F3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CD41746-39B0-435A-8892-4B8068D716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EEC35F7-23E1-4233-8EAD-9683E44822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E92F4B0-20D3-4B81-87EF-CAAF4B2A8E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33DE06C-0518-45FB-B7CB-47BC706C331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9C222C8-BF0E-4197-9F32-4CBBAE71FE8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AAFE9321-65AC-4D68-A69C-9F9F5D5A3D0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0B06C94A-A45B-404D-9BA2-AFF8F5A620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CA2A03B-15E5-447E-BAD3-327A300019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F2C6410-A6EE-4F16-8718-D8D201B679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0E7248A-02DE-464F-947E-3B349824AA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C81404E-DB47-439B-90FE-BC7910AE93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图形 7">
            <a:extLst xmlns:a="http://schemas.openxmlformats.org/drawingml/2006/main">
              <a:ext uri="{FF2B5EF4-FFF2-40B4-BE49-F238E27FC236}">
                <a16:creationId xmlns:a16="http://schemas.microsoft.com/office/drawing/2014/main" id="{E27355F1-0B09-4883-A7B0-960C5363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5900" y="6312472"/>
            <a:ext cx="1425635" cy="420115"/>
          </a:xfrm>
          <a:custGeom xmlns:a="http://schemas.openxmlformats.org/drawingml/2006/main">
            <a:gdLst>
              <a:gd name="connsiteX0" fmla="*/ 1819336 w 1819335"/>
              <a:gd name="connsiteY0" fmla="*/ 191262 h 536133"/>
              <a:gd name="connsiteX1" fmla="*/ 1819336 w 1819335"/>
              <a:gd name="connsiteY1" fmla="*/ 206477 h 536133"/>
              <a:gd name="connsiteX2" fmla="*/ 1804428 w 1819335"/>
              <a:gd name="connsiteY2" fmla="*/ 206477 h 536133"/>
              <a:gd name="connsiteX3" fmla="*/ 1804428 w 1819335"/>
              <a:gd name="connsiteY3" fmla="*/ 536134 h 536133"/>
              <a:gd name="connsiteX4" fmla="*/ 14908 w 1819335"/>
              <a:gd name="connsiteY4" fmla="*/ 536134 h 536133"/>
              <a:gd name="connsiteX5" fmla="*/ 14908 w 1819335"/>
              <a:gd name="connsiteY5" fmla="*/ 206477 h 536133"/>
              <a:gd name="connsiteX6" fmla="*/ 0 w 1819335"/>
              <a:gd name="connsiteY6" fmla="*/ 206477 h 536133"/>
              <a:gd name="connsiteX7" fmla="*/ 0 w 1819335"/>
              <a:gd name="connsiteY7" fmla="*/ 191262 h 536133"/>
              <a:gd name="connsiteX8" fmla="*/ 597378 w 1819335"/>
              <a:gd name="connsiteY8" fmla="*/ 191262 h 536133"/>
              <a:gd name="connsiteX9" fmla="*/ 597378 w 1819335"/>
              <a:gd name="connsiteY9" fmla="*/ 136857 h 536133"/>
              <a:gd name="connsiteX10" fmla="*/ 570560 w 1819335"/>
              <a:gd name="connsiteY10" fmla="*/ 136857 h 536133"/>
              <a:gd name="connsiteX11" fmla="*/ 570560 w 1819335"/>
              <a:gd name="connsiteY11" fmla="*/ 121719 h 536133"/>
              <a:gd name="connsiteX12" fmla="*/ 726705 w 1819335"/>
              <a:gd name="connsiteY12" fmla="*/ 121719 h 536133"/>
              <a:gd name="connsiteX13" fmla="*/ 726705 w 1819335"/>
              <a:gd name="connsiteY13" fmla="*/ 54866 h 536133"/>
              <a:gd name="connsiteX14" fmla="*/ 705880 w 1819335"/>
              <a:gd name="connsiteY14" fmla="*/ 54866 h 536133"/>
              <a:gd name="connsiteX15" fmla="*/ 705880 w 1819335"/>
              <a:gd name="connsiteY15" fmla="*/ 39574 h 536133"/>
              <a:gd name="connsiteX16" fmla="*/ 803855 w 1819335"/>
              <a:gd name="connsiteY16" fmla="*/ 39574 h 536133"/>
              <a:gd name="connsiteX17" fmla="*/ 803855 w 1819335"/>
              <a:gd name="connsiteY17" fmla="*/ 10604 h 536133"/>
              <a:gd name="connsiteX18" fmla="*/ 844659 w 1819335"/>
              <a:gd name="connsiteY18" fmla="*/ 10604 h 536133"/>
              <a:gd name="connsiteX19" fmla="*/ 844659 w 1819335"/>
              <a:gd name="connsiteY19" fmla="*/ 0 h 536133"/>
              <a:gd name="connsiteX20" fmla="*/ 974754 w 1819335"/>
              <a:gd name="connsiteY20" fmla="*/ 0 h 536133"/>
              <a:gd name="connsiteX21" fmla="*/ 974754 w 1819335"/>
              <a:gd name="connsiteY21" fmla="*/ 10604 h 536133"/>
              <a:gd name="connsiteX22" fmla="*/ 1015481 w 1819335"/>
              <a:gd name="connsiteY22" fmla="*/ 10604 h 536133"/>
              <a:gd name="connsiteX23" fmla="*/ 1015481 w 1819335"/>
              <a:gd name="connsiteY23" fmla="*/ 39574 h 536133"/>
              <a:gd name="connsiteX24" fmla="*/ 1113456 w 1819335"/>
              <a:gd name="connsiteY24" fmla="*/ 39574 h 536133"/>
              <a:gd name="connsiteX25" fmla="*/ 1113456 w 1819335"/>
              <a:gd name="connsiteY25" fmla="*/ 54866 h 536133"/>
              <a:gd name="connsiteX26" fmla="*/ 1092631 w 1819335"/>
              <a:gd name="connsiteY26" fmla="*/ 54866 h 536133"/>
              <a:gd name="connsiteX27" fmla="*/ 1092631 w 1819335"/>
              <a:gd name="connsiteY27" fmla="*/ 121719 h 536133"/>
              <a:gd name="connsiteX28" fmla="*/ 1248776 w 1819335"/>
              <a:gd name="connsiteY28" fmla="*/ 121719 h 536133"/>
              <a:gd name="connsiteX29" fmla="*/ 1248776 w 1819335"/>
              <a:gd name="connsiteY29" fmla="*/ 136857 h 536133"/>
              <a:gd name="connsiteX30" fmla="*/ 1221958 w 1819335"/>
              <a:gd name="connsiteY30" fmla="*/ 136857 h 536133"/>
              <a:gd name="connsiteX31" fmla="*/ 1221958 w 1819335"/>
              <a:gd name="connsiteY31" fmla="*/ 191262 h 536133"/>
              <a:gd name="connsiteX32" fmla="*/ 1819336 w 1819335"/>
              <a:gd name="connsiteY32" fmla="*/ 191262 h 536133"/>
            </a:gdLst>
            <a:rect l="l" t="t" r="r" b="b"/>
            <a:pathLst>
              <a:path w="1819335" h="536133">
                <a:moveTo>
                  <a:pt x="1819336" y="191262"/>
                </a:moveTo>
                <a:lnTo>
                  <a:pt x="1819336" y="206477"/>
                </a:lnTo>
                <a:lnTo>
                  <a:pt x="1804428" y="206477"/>
                </a:lnTo>
                <a:lnTo>
                  <a:pt x="1804428" y="536134"/>
                </a:lnTo>
                <a:lnTo>
                  <a:pt x="14908" y="536134"/>
                </a:lnTo>
                <a:lnTo>
                  <a:pt x="14908" y="206477"/>
                </a:lnTo>
                <a:lnTo>
                  <a:pt x="0" y="206477"/>
                </a:lnTo>
                <a:lnTo>
                  <a:pt x="0" y="191262"/>
                </a:lnTo>
                <a:lnTo>
                  <a:pt x="597378" y="191262"/>
                </a:lnTo>
                <a:lnTo>
                  <a:pt x="597378" y="136857"/>
                </a:lnTo>
                <a:lnTo>
                  <a:pt x="570560" y="136857"/>
                </a:lnTo>
                <a:lnTo>
                  <a:pt x="570560" y="121719"/>
                </a:lnTo>
                <a:lnTo>
                  <a:pt x="726705" y="121719"/>
                </a:lnTo>
                <a:lnTo>
                  <a:pt x="726705" y="54866"/>
                </a:lnTo>
                <a:lnTo>
                  <a:pt x="705880" y="54866"/>
                </a:lnTo>
                <a:lnTo>
                  <a:pt x="705880" y="39574"/>
                </a:lnTo>
                <a:lnTo>
                  <a:pt x="803855" y="39574"/>
                </a:lnTo>
                <a:lnTo>
                  <a:pt x="803855" y="10604"/>
                </a:lnTo>
                <a:lnTo>
                  <a:pt x="844659" y="10604"/>
                </a:lnTo>
                <a:lnTo>
                  <a:pt x="844659" y="0"/>
                </a:lnTo>
                <a:lnTo>
                  <a:pt x="974754" y="0"/>
                </a:lnTo>
                <a:lnTo>
                  <a:pt x="974754" y="10604"/>
                </a:lnTo>
                <a:lnTo>
                  <a:pt x="1015481" y="10604"/>
                </a:lnTo>
                <a:lnTo>
                  <a:pt x="1015481" y="39574"/>
                </a:lnTo>
                <a:lnTo>
                  <a:pt x="1113456" y="39574"/>
                </a:lnTo>
                <a:lnTo>
                  <a:pt x="1113456" y="54866"/>
                </a:lnTo>
                <a:lnTo>
                  <a:pt x="1092631" y="54866"/>
                </a:lnTo>
                <a:lnTo>
                  <a:pt x="1092631" y="121719"/>
                </a:lnTo>
                <a:lnTo>
                  <a:pt x="1248776" y="121719"/>
                </a:lnTo>
                <a:lnTo>
                  <a:pt x="1248776" y="136857"/>
                </a:lnTo>
                <a:lnTo>
                  <a:pt x="1221958" y="136857"/>
                </a:lnTo>
                <a:lnTo>
                  <a:pt x="1221958" y="191262"/>
                </a:lnTo>
                <a:lnTo>
                  <a:pt x="1819336" y="191262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7676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3A8BC19-EE52-4F0A-9280-1D01CC49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1475"/>
            <a:ext cx="12192000" cy="136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A19B9F0-1247-412D-A666-C54F071C46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31517" y="6465093"/>
            <a:ext cx="914400" cy="365125"/>
          </a:xfr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0CCC339-7F9A-4103-9A0E-607B8425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0"/>
            <a:ext cx="12197080" cy="897351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1080000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>
              <a:buNone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9" name="Picture 2">
            <a:extLst xmlns:a="http://schemas.openxmlformats.org/drawingml/2006/main">
              <a:ext uri="{FF2B5EF4-FFF2-40B4-BE49-F238E27FC236}">
                <a16:creationId xmlns:a16="http://schemas.microsoft.com/office/drawing/2014/main" id="{04B234A8-B221-435F-BA15-81AEE8A550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4c487cd8f4050">
            <a:alphaModFix amt="78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0278" y="0"/>
            <a:ext cx="2452843" cy="864627"/>
          </a:xfrm>
          <a:prstGeom xmlns:a="http://schemas.openxmlformats.org/drawingml/2006/main" prst="rect">
            <a:avLst/>
          </a:prstGeom>
        </p:spPr>
      </p:pic>
      <p:pic>
        <p:nvPicPr>
          <p:cNvPr id="6" name="图形 5">
            <a:extLst xmlns:a="http://schemas.openxmlformats.org/drawingml/2006/main">
              <a:ext uri="{FF2B5EF4-FFF2-40B4-BE49-F238E27FC236}">
                <a16:creationId xmlns:a16="http://schemas.microsoft.com/office/drawing/2014/main" id="{6385EB48-6ABF-4E95-B536-5D3A0FF12C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49cb306f64062">
            <a:extLst>
              <a:ext uri="{96DAC541-7B7A-43D3-8B79-37D633B846F1}">
                <asvg:svgBlip xmlns:asvg="http://schemas.microsoft.com/office/drawing/2016/SVG/main" r:embed="Rcaed93edd0f14b5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2531" y="155112"/>
            <a:ext cx="2989004" cy="587126"/>
          </a:xfrm>
          <a:prstGeom xmlns:a="http://schemas.openxmlformats.org/drawingml/2006/main" prst="rect">
            <a:avLst/>
          </a:prstGeom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DC36CA-180B-4C7F-B17A-5733C894DF5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88950" y="38368"/>
            <a:ext cx="10515600" cy="82061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在此处添加标题</a:t>
            </a: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793E9BD-BFC6-42BE-B4A2-112353752F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803EEA4-8A41-456B-8D1F-6E852698B8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AE44724-CD72-4787-8F36-048E7A6103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1" name="图片 10">
            <a:extLst xmlns:a="http://schemas.openxmlformats.org/drawingml/2006/main">
              <a:ext uri="{FF2B5EF4-FFF2-40B4-BE49-F238E27FC236}">
                <a16:creationId xmlns:a16="http://schemas.microsoft.com/office/drawing/2014/main" id="{3190B8B6-4F05-429D-8579-16E049ED2E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8f3122de047ee"/>
          <a:srcRect xmlns:a="http://schemas.openxmlformats.org/drawingml/2006/main" l="19710" t="0" r="0" b="118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9522" y="3598450"/>
            <a:ext cx="3972009" cy="3259549"/>
          </a:xfrm>
          <a:prstGeom xmlns:a="http://schemas.openxmlformats.org/drawingml/2006/main" prst="rect">
            <a:avLst/>
          </a:prstGeom>
        </p:spPr>
      </p:pic>
      <p:sp>
        <p:nvSpPr>
          <p:cNvPr id="6" name="图形 6">
            <a:extLst xmlns:a="http://schemas.openxmlformats.org/drawingml/2006/main">
              <a:ext uri="{FF2B5EF4-FFF2-40B4-BE49-F238E27FC236}">
                <a16:creationId xmlns:a16="http://schemas.microsoft.com/office/drawing/2014/main" id="{C05156C5-2B3D-43F2-8600-2561DCF3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2"/>
            <a:ext cx="3962399" cy="6858002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12000">
                <a:schemeClr val="accent1"/>
              </a:gs>
              <a:gs pos="85040">
                <a:srgbClr val="005B94">
                  <a:alpha val="80000"/>
                </a:srgbClr>
              </a:gs>
              <a:gs pos="100000">
                <a:srgbClr val="005B94">
                  <a:alpha val="65000"/>
                </a:srgbClr>
              </a:gs>
            </a:gsLst>
            <a:lin ang="540000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图形 6">
            <a:extLst xmlns:a="http://schemas.openxmlformats.org/drawingml/2006/main">
              <a:ext uri="{FF2B5EF4-FFF2-40B4-BE49-F238E27FC236}">
                <a16:creationId xmlns:a16="http://schemas.microsoft.com/office/drawing/2014/main" id="{FFBF74D1-FE73-4C52-B191-D9CE5911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04839" y="3357560"/>
            <a:ext cx="6857999" cy="142878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100000">
                <a:schemeClr val="accent3">
                  <a:lumMod val="42000"/>
                  <a:lumOff val="58000"/>
                </a:schemeClr>
              </a:gs>
              <a:gs pos="0">
                <a:schemeClr val="accent4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extBox 4">
            <a:extLst xmlns:a="http://schemas.openxmlformats.org/drawingml/2006/main">
              <a:ext uri="{FF2B5EF4-FFF2-40B4-BE49-F238E27FC236}">
                <a16:creationId xmlns:a16="http://schemas.microsoft.com/office/drawing/2014/main" id="{C487B095-B138-4B76-97EA-BDE5A5D8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68" y="2790199"/>
            <a:ext cx="3096260" cy="1529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91416" tIns="45708" rIns="91416" bIns="45708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sz="44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+mj-ea"/>
                <a:ea typeface="+mj-ea"/>
                <a:cs typeface="+mj-ea"/>
              </a:rPr>
              <a:t>目 录</a:t>
            </a:r>
            <a:r>
              <a:rPr sz="4265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4265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z="2800" b="1" i="0" u="none" strike="noStrik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" name="图形 12">
            <a:extLst xmlns:a="http://schemas.openxmlformats.org/drawingml/2006/main">
              <a:ext uri="{FF2B5EF4-FFF2-40B4-BE49-F238E27FC236}">
                <a16:creationId xmlns:a16="http://schemas.microsoft.com/office/drawing/2014/main" id="{086A69E3-CDCD-4217-933C-4FD4375AB8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92b22c1ac4796">
            <a:extLst>
              <a:ext uri="{96DAC541-7B7A-43D3-8B79-37D633B846F1}">
                <asvg:svgBlip xmlns:asvg="http://schemas.microsoft.com/office/drawing/2016/SVG/main" r:embed="R36f2fca0fdb5475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2129" y="1090159"/>
            <a:ext cx="1478138" cy="147813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F36CE9A-8CE3-497F-9C50-458DDDE590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6D7DDA6-485B-4F97-819E-50062B9320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594463D-5347-41F7-A778-310F923BAB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E6CAD46-6593-45BE-9F41-2F105473DE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1DE9DB3-3F2D-484D-BBD4-DB208275AA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F064109-23DD-4C65-AC34-8615074AF4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DA5EDEC-B6D0-4853-A852-84FCE8C65A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F303B88-3CC5-464C-8280-D5DBC285BF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BE47084-8C4E-44F2-BFBD-DB3CC4577E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C5124F6-C995-4AF9-86D7-6E55C5EB5C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8848D6C-5FC0-4016-A9D9-6EFAE839AFC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4B3AB4E-0C4E-4BEE-88B3-8B13026A2B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AD1674F-CA12-4521-992B-843ED791C4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20C53C3-869F-4B80-8876-31596B2552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18D9409-E232-490C-99D5-AADAB5DAD3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D99130D-1FE9-47F4-BE78-DE7727D631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40C261F-6C51-43A0-B503-E5E9AE4E52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F0DBFE4-6D2D-46D3-B4E3-16068D97AE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EB52EE-6642-4A47-8C7D-4723A80EFD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63D4DA-AEFF-4FEE-BF81-5D4C72DAA4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EDD5E30-E9B3-4975-9DDA-ACFA05AE02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755E4EA6-51B4-453B-B117-A5E75AE03F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0075880-725C-4183-975B-41C91E2C70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B02A5F5-B778-4F76-8730-85F35957C2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9A0975-4002-4C25-A97F-7EE4680813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18f44dc6af49ac" /><Relationship Type="http://schemas.openxmlformats.org/officeDocument/2006/relationships/slideLayout" Target="/ppt/slideLayouts/slideLayout1.xml" Id="R7ae86a37dd8543df" /><Relationship Type="http://schemas.openxmlformats.org/officeDocument/2006/relationships/slideLayout" Target="/ppt/slideLayouts/slideLayout2.xml" Id="R34ef24cb54bf4447" /><Relationship Type="http://schemas.openxmlformats.org/officeDocument/2006/relationships/slideLayout" Target="/ppt/slideLayouts/slideLayout3.xml" Id="Rbbd5d6335c7f41cd" /><Relationship Type="http://schemas.openxmlformats.org/officeDocument/2006/relationships/slideLayout" Target="/ppt/slideLayouts/slideLayout4.xml" Id="Rbb95120b0faf48a6" /><Relationship Type="http://schemas.openxmlformats.org/officeDocument/2006/relationships/slideLayout" Target="/ppt/slideLayouts/slideLayout5.xml" Id="Rfb074e5b93504235" /><Relationship Type="http://schemas.openxmlformats.org/officeDocument/2006/relationships/slideLayout" Target="/ppt/slideLayouts/slideLayout6.xml" Id="R0df7a099fb4141ee" /><Relationship Type="http://schemas.openxmlformats.org/officeDocument/2006/relationships/slideLayout" Target="/ppt/slideLayouts/slideLayout7.xml" Id="Ra8ee33ffe1db4b63" /><Relationship Type="http://schemas.openxmlformats.org/officeDocument/2006/relationships/slideLayout" Target="/ppt/slideLayouts/slideLayout8.xml" Id="R289cb20a75f54b2f" /><Relationship Type="http://schemas.openxmlformats.org/officeDocument/2006/relationships/slideLayout" Target="/ppt/slideLayouts/slideLayout9.xml" Id="Rb4dd29c8ac774a29" /><Relationship Type="http://schemas.openxmlformats.org/officeDocument/2006/relationships/slideLayout" Target="/ppt/slideLayouts/slideLayout10.xml" Id="R347e6391e89846e5" /><Relationship Type="http://schemas.openxmlformats.org/officeDocument/2006/relationships/slideLayout" Target="/ppt/slideLayouts/slideLayout11.xml" Id="R1c77e67eb92a44b0" /><Relationship Type="http://schemas.openxmlformats.org/officeDocument/2006/relationships/slideLayout" Target="/ppt/slideLayouts/slideLayout12.xml" Id="Rc20cb6c344354716" /><Relationship Type="http://schemas.openxmlformats.org/officeDocument/2006/relationships/slideLayout" Target="/ppt/slideLayouts/slideLayout13.xml" Id="Rf88e18cbc904423a" /><Relationship Type="http://schemas.openxmlformats.org/officeDocument/2006/relationships/slideLayout" Target="/ppt/slideLayouts/slideLayout14.xml" Id="R4d3d615fb96244c4" /><Relationship Type="http://schemas.openxmlformats.org/officeDocument/2006/relationships/slideLayout" Target="/ppt/slideLayouts/slideLayout15.xml" Id="Rfe05f5b50bf7474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8A849AA-0EBA-4DF7-8A24-EA75A1BB04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92C8CB1-68C7-4304-93E4-2F9AD92CF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81F065-4806-4E18-96AF-142322EFA6C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4BCE9CC-D00D-44CA-947C-CE3890398BA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48008DF-755E-42FC-B289-7D023966C7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e86a37dd8543df"/>
    <p:sldLayoutId xmlns:r="http://schemas.openxmlformats.org/officeDocument/2006/relationships" id="2147483650" r:id="R34ef24cb54bf4447"/>
    <p:sldLayoutId xmlns:r="http://schemas.openxmlformats.org/officeDocument/2006/relationships" id="2147483651" r:id="Rbbd5d6335c7f41cd"/>
    <p:sldLayoutId xmlns:r="http://schemas.openxmlformats.org/officeDocument/2006/relationships" id="2147483652" r:id="Rbb95120b0faf48a6"/>
    <p:sldLayoutId xmlns:r="http://schemas.openxmlformats.org/officeDocument/2006/relationships" id="2147483653" r:id="Rfb074e5b93504235"/>
    <p:sldLayoutId xmlns:r="http://schemas.openxmlformats.org/officeDocument/2006/relationships" id="2147483654" r:id="R0df7a099fb4141ee"/>
    <p:sldLayoutId xmlns:r="http://schemas.openxmlformats.org/officeDocument/2006/relationships" id="2147483655" r:id="Ra8ee33ffe1db4b63"/>
    <p:sldLayoutId xmlns:r="http://schemas.openxmlformats.org/officeDocument/2006/relationships" id="2147483656" r:id="R289cb20a75f54b2f"/>
    <p:sldLayoutId xmlns:r="http://schemas.openxmlformats.org/officeDocument/2006/relationships" id="2147483657" r:id="Rb4dd29c8ac774a29"/>
    <p:sldLayoutId xmlns:r="http://schemas.openxmlformats.org/officeDocument/2006/relationships" id="2147483658" r:id="R347e6391e89846e5"/>
    <p:sldLayoutId xmlns:r="http://schemas.openxmlformats.org/officeDocument/2006/relationships" id="2147483659" r:id="R1c77e67eb92a44b0"/>
    <p:sldLayoutId xmlns:r="http://schemas.openxmlformats.org/officeDocument/2006/relationships" id="2147483660" r:id="Rc20cb6c344354716"/>
    <p:sldLayoutId xmlns:r="http://schemas.openxmlformats.org/officeDocument/2006/relationships" id="2147483661" r:id="Rf88e18cbc904423a"/>
    <p:sldLayoutId xmlns:r="http://schemas.openxmlformats.org/officeDocument/2006/relationships" id="2147483662" r:id="R4d3d615fb96244c4"/>
    <p:sldLayoutId xmlns:r="http://schemas.openxmlformats.org/officeDocument/2006/relationships" id="2147483663" r:id="Rfe05f5b50bf7474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2_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5B94"/>
      </a:accent1>
      <a:accent2>
        <a:srgbClr val="2BA3C0"/>
      </a:accent2>
      <a:accent3>
        <a:srgbClr val="B37328"/>
      </a:accent3>
      <a:accent4>
        <a:srgbClr val="FFC000"/>
      </a:accent4>
      <a:accent5>
        <a:srgbClr val="345964"/>
      </a:accent5>
      <a:accent6>
        <a:srgbClr val="C00000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思源宋体 CN"/>
        <a:cs typeface=""/>
      </a:majorFont>
      <a:minorFont>
        <a:latin typeface="微软雅黑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7d48da8ab4c6a" /><Relationship Type="http://schemas.openxmlformats.org/officeDocument/2006/relationships/image" Target="/ppt/media/image10.png" Id="R3ed4d1f9a1d2482d" /><Relationship Type="http://schemas.openxmlformats.org/officeDocument/2006/relationships/image" Target="/ppt/media/image5.svg" Id="R9557dd75cbaf43b1" /><Relationship Type="http://schemas.openxmlformats.org/officeDocument/2006/relationships/image" Target="/ppt/media/image11.png" Id="Rcc674660d3694810" /><Relationship Type="http://schemas.openxmlformats.org/officeDocument/2006/relationships/image" Target="/ppt/media/image2.png" Id="R89f31fbf76d84fc8" /><Relationship Type="http://schemas.openxmlformats.org/officeDocument/2006/relationships/image" Target="/ppt/media/image.svg" Id="Rb33df0d57a1f4ff9" /><Relationship Type="http://schemas.openxmlformats.org/officeDocument/2006/relationships/image" Target="/ppt/media/image12.png" Id="Rf4c3c80da1a747f7" /><Relationship Type="http://schemas.openxmlformats.org/officeDocument/2006/relationships/image" Target="/ppt/media/image13.png" Id="R62e379053dcb4ba9" /><Relationship Type="http://schemas.openxmlformats.org/officeDocument/2006/relationships/image" Target="/ppt/media/image14.png" Id="R13148fa6512145a2" /><Relationship Type="http://schemas.openxmlformats.org/officeDocument/2006/relationships/image" Target="/ppt/media/image15.png" Id="Rd0a9d361a39f42ee" /><Relationship Type="http://schemas.openxmlformats.org/officeDocument/2006/relationships/image" Target="/ppt/media/image6.svg" Id="R3a3fd74d8a5e459c" /><Relationship Type="http://schemas.openxmlformats.org/officeDocument/2006/relationships/image" Target="/ppt/media/image16.png" Id="R2cf7da9cf0be41f9" /><Relationship Type="http://schemas.openxmlformats.org/officeDocument/2006/relationships/image" Target="/ppt/media/image7.svg" Id="R8c044a5fcaf94e42" /><Relationship Type="http://schemas.openxmlformats.org/officeDocument/2006/relationships/image" Target="/ppt/media/image17.png" Id="R950e910c1712450a" /><Relationship Type="http://schemas.openxmlformats.org/officeDocument/2006/relationships/image" Target="/ppt/media/image8.svg" Id="R79af3a16aff54946" /><Relationship Type="http://schemas.openxmlformats.org/officeDocument/2006/relationships/image" Target="/ppt/media/image18.png" Id="R8cc649b1ea194853" /><Relationship Type="http://schemas.openxmlformats.org/officeDocument/2006/relationships/image" Target="/ppt/media/image9.svg" Id="R4c8eff63885242d8" /><Relationship Type="http://schemas.openxmlformats.org/officeDocument/2006/relationships/image" Target="/ppt/media/image19.png" Id="R68ae071f65f2476d" /><Relationship Type="http://schemas.openxmlformats.org/officeDocument/2006/relationships/notesSlide" Target="/ppt/notesSlides/notesSlide1.xml" Id="Rad261cc3478d428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形 18">
            <a:extLst xmlns:a="http://schemas.openxmlformats.org/drawingml/2006/main">
              <a:ext uri="{FF2B5EF4-FFF2-40B4-BE49-F238E27FC236}">
                <a16:creationId xmlns:a16="http://schemas.microsoft.com/office/drawing/2014/main" id="{749FFDB6-24FE-402D-97D5-7514BEE52F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4d1f9a1d2482d">
            <a:extLst>
              <a:ext uri="{96DAC541-7B7A-43D3-8B79-37D633B846F1}">
                <asvg:svgBlip xmlns:asvg="http://schemas.microsoft.com/office/drawing/2016/SVG/main" r:embed="R9557dd75cbaf43b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8557218">
            <a:off x="10233345" y="-282978"/>
            <a:ext cx="2345858" cy="1660785"/>
          </a:xfrm>
          <a:prstGeom xmlns:a="http://schemas.openxmlformats.org/drawingml/2006/main" prst="rect">
            <a:avLst/>
          </a:prstGeom>
        </p:spPr>
      </p:pic>
      <p:pic>
        <p:nvPicPr>
          <p:cNvPr id="16" name="图片 15">
            <a:extLst xmlns:a="http://schemas.openxmlformats.org/drawingml/2006/main">
              <a:ext uri="{FF2B5EF4-FFF2-40B4-BE49-F238E27FC236}">
                <a16:creationId xmlns:a16="http://schemas.microsoft.com/office/drawing/2014/main" id="{33A33891-5F26-4A9D-9BEE-C99C97A0AD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74660d3694810">
            <a:alphaModFix amt="90000"/>
            <a:biLevel thresh="25000"/>
          </a:blip>
          <a:srcRect xmlns:a="http://schemas.openxmlformats.org/drawingml/2006/main" l="0" t="0" r="0" b="79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80" y="517525"/>
            <a:ext cx="2399937" cy="799325"/>
          </a:xfrm>
          <a:prstGeom xmlns:a="http://schemas.openxmlformats.org/drawingml/2006/main" prst="rect">
            <a:avLst/>
          </a:prstGeom>
        </p:spPr>
      </p:pic>
      <p:sp>
        <p:nvSpPr>
          <p:cNvPr id="25" name="直接连接符 24">
            <a:extLst xmlns:a="http://schemas.openxmlformats.org/drawingml/2006/main">
              <a:ext uri="{FF2B5EF4-FFF2-40B4-BE49-F238E27FC236}">
                <a16:creationId xmlns:a16="http://schemas.microsoft.com/office/drawing/2014/main" id="{7AFC561C-E3C6-455E-87EA-9EE805AA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4969"/>
            <a:ext cx="97536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alpha val="67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26" name="图形 25">
            <a:extLst xmlns:a="http://schemas.openxmlformats.org/drawingml/2006/main">
              <a:ext uri="{FF2B5EF4-FFF2-40B4-BE49-F238E27FC236}">
                <a16:creationId xmlns:a16="http://schemas.microsoft.com/office/drawing/2014/main" id="{FAF77EC3-92FE-4E03-8F96-676F4CB89A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31fbf76d84fc8">
            <a:extLst>
              <a:ext uri="{96DAC541-7B7A-43D3-8B79-37D633B846F1}">
                <asvg:svgBlip xmlns:asvg="http://schemas.microsoft.com/office/drawing/2016/SVG/main" r:embed="Rb33df0d57a1f4ff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16976" y="412321"/>
            <a:ext cx="3758048" cy="738188"/>
          </a:xfrm>
          <a:prstGeom xmlns:a="http://schemas.openxmlformats.org/drawingml/2006/main" prst="rect">
            <a:avLst/>
          </a:prstGeom>
        </p:spPr>
      </p:pic>
      <p:pic>
        <p:nvPicPr>
          <p:cNvPr id="61" name="图片 60">
            <a:extLst xmlns:a="http://schemas.openxmlformats.org/drawingml/2006/main">
              <a:ext uri="{FF2B5EF4-FFF2-40B4-BE49-F238E27FC236}">
                <a16:creationId xmlns:a16="http://schemas.microsoft.com/office/drawing/2014/main" id="{101BC449-591E-4008-876E-DE2DF7657C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3c80da1a747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977492">
            <a:off x="269790" y="3492587"/>
            <a:ext cx="368435" cy="438759"/>
          </a:xfrm>
          <a:prstGeom xmlns:a="http://schemas.openxmlformats.org/drawingml/2006/main" prst="rect">
            <a:avLst/>
          </a:prstGeom>
        </p:spPr>
      </p:pic>
      <p:pic>
        <p:nvPicPr>
          <p:cNvPr id="62" name="图片 61">
            <a:extLst xmlns:a="http://schemas.openxmlformats.org/drawingml/2006/main">
              <a:ext uri="{FF2B5EF4-FFF2-40B4-BE49-F238E27FC236}">
                <a16:creationId xmlns:a16="http://schemas.microsoft.com/office/drawing/2014/main" id="{3DDFF2BF-7563-48C4-B017-95DC022F7E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379053dcb4b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0700000">
            <a:off x="696040" y="3008919"/>
            <a:ext cx="322120" cy="383603"/>
          </a:xfrm>
          <a:prstGeom xmlns:a="http://schemas.openxmlformats.org/drawingml/2006/main" prst="rect">
            <a:avLst/>
          </a:prstGeom>
        </p:spPr>
      </p:pic>
      <p:pic>
        <p:nvPicPr>
          <p:cNvPr id="63" name="图片 62">
            <a:extLst xmlns:a="http://schemas.openxmlformats.org/drawingml/2006/main">
              <a:ext uri="{FF2B5EF4-FFF2-40B4-BE49-F238E27FC236}">
                <a16:creationId xmlns:a16="http://schemas.microsoft.com/office/drawing/2014/main" id="{1B1571F0-EFF3-47B3-96A9-01F39F0F04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48fa6512145a2">
            <a:alphaModFix amt="6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347742">
            <a:off x="1098759" y="3046579"/>
            <a:ext cx="192257" cy="228953"/>
          </a:xfrm>
          <a:prstGeom xmlns:a="http://schemas.openxmlformats.org/drawingml/2006/main" prst="rect">
            <a:avLst/>
          </a:prstGeom>
        </p:spPr>
      </p:pic>
      <p:pic>
        <p:nvPicPr>
          <p:cNvPr id="1025" name="图形 1024">
            <a:extLst xmlns:a="http://schemas.openxmlformats.org/drawingml/2006/main">
              <a:ext uri="{FF2B5EF4-FFF2-40B4-BE49-F238E27FC236}">
                <a16:creationId xmlns:a16="http://schemas.microsoft.com/office/drawing/2014/main" id="{BB2E550D-1B31-428A-99F0-07B7103FB8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9d361a39f42ee">
            <a:alphaModFix amt="45000"/>
            <a:extLst>
              <a:ext uri="{96DAC541-7B7A-43D3-8B79-37D633B846F1}">
                <asvg:svgBlip xmlns:asvg="http://schemas.microsoft.com/office/drawing/2016/SVG/main" r:embed="R3a3fd74d8a5e459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5080" y="3919696"/>
            <a:ext cx="4305076" cy="993479"/>
          </a:xfrm>
          <a:prstGeom xmlns:a="http://schemas.openxmlformats.org/drawingml/2006/main" prst="rect">
            <a:avLst/>
          </a:prstGeom>
        </p:spPr>
      </p:pic>
      <p:pic>
        <p:nvPicPr>
          <p:cNvPr id="1027" name="图形 1026">
            <a:extLst xmlns:a="http://schemas.openxmlformats.org/drawingml/2006/main">
              <a:ext uri="{FF2B5EF4-FFF2-40B4-BE49-F238E27FC236}">
                <a16:creationId xmlns:a16="http://schemas.microsoft.com/office/drawing/2014/main" id="{9E409C02-ED28-4EAD-B681-2109727B17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7da9cf0be41f9">
            <a:extLst>
              <a:ext uri="{96DAC541-7B7A-43D3-8B79-37D633B846F1}">
                <asvg:svgBlip xmlns:asvg="http://schemas.microsoft.com/office/drawing/2016/SVG/main" r:embed="R8c044a5fcaf94e4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93" y="3921179"/>
            <a:ext cx="4196899" cy="991994"/>
          </a:xfrm>
          <a:prstGeom xmlns:a="http://schemas.openxmlformats.org/drawingml/2006/main" prst="rect">
            <a:avLst/>
          </a:prstGeom>
        </p:spPr>
      </p:pic>
      <p:sp>
        <p:nvSpPr>
          <p:cNvPr id="1029" name="图形 46">
            <a:extLst xmlns:a="http://schemas.openxmlformats.org/drawingml/2006/main">
              <a:ext uri="{FF2B5EF4-FFF2-40B4-BE49-F238E27FC236}">
                <a16:creationId xmlns:a16="http://schemas.microsoft.com/office/drawing/2014/main" id="{BB1F56E7-7E5C-4615-AB8D-73CA5F16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4842" y="3763145"/>
            <a:ext cx="6160427" cy="1150836"/>
          </a:xfrm>
          <a:custGeom xmlns:a="http://schemas.openxmlformats.org/drawingml/2006/main">
            <a:gdLst>
              <a:gd name="connsiteX0" fmla="*/ 3669367 w 5878116"/>
              <a:gd name="connsiteY0" fmla="*/ 65273 h 1098098"/>
              <a:gd name="connsiteX1" fmla="*/ 3669367 w 5878116"/>
              <a:gd name="connsiteY1" fmla="*/ 101425 h 1098098"/>
              <a:gd name="connsiteX2" fmla="*/ 3669367 w 5878116"/>
              <a:gd name="connsiteY2" fmla="*/ 925877 h 1098098"/>
              <a:gd name="connsiteX3" fmla="*/ 3668865 w 5878116"/>
              <a:gd name="connsiteY3" fmla="*/ 925877 h 1098098"/>
              <a:gd name="connsiteX4" fmla="*/ 3668865 w 5878116"/>
              <a:gd name="connsiteY4" fmla="*/ 883701 h 1098098"/>
              <a:gd name="connsiteX5" fmla="*/ 3668865 w 5878116"/>
              <a:gd name="connsiteY5" fmla="*/ 36654 h 1098098"/>
              <a:gd name="connsiteX6" fmla="*/ 3719075 w 5878116"/>
              <a:gd name="connsiteY6" fmla="*/ 36654 h 1098098"/>
              <a:gd name="connsiteX7" fmla="*/ 3719075 w 5878116"/>
              <a:gd name="connsiteY7" fmla="*/ 0 h 1098098"/>
              <a:gd name="connsiteX8" fmla="*/ 2158540 w 5878116"/>
              <a:gd name="connsiteY8" fmla="*/ 0 h 1098098"/>
              <a:gd name="connsiteX9" fmla="*/ 2158540 w 5878116"/>
              <a:gd name="connsiteY9" fmla="*/ 36654 h 1098098"/>
              <a:gd name="connsiteX10" fmla="*/ 2208750 w 5878116"/>
              <a:gd name="connsiteY10" fmla="*/ 36654 h 1098098"/>
              <a:gd name="connsiteX11" fmla="*/ 2208750 w 5878116"/>
              <a:gd name="connsiteY11" fmla="*/ 883701 h 1098098"/>
              <a:gd name="connsiteX12" fmla="*/ 2208750 w 5878116"/>
              <a:gd name="connsiteY12" fmla="*/ 883701 h 1098098"/>
              <a:gd name="connsiteX13" fmla="*/ 2208750 w 5878116"/>
              <a:gd name="connsiteY13" fmla="*/ 101425 h 1098098"/>
              <a:gd name="connsiteX14" fmla="*/ 2208750 w 5878116"/>
              <a:gd name="connsiteY14" fmla="*/ 65273 h 1098098"/>
              <a:gd name="connsiteX15" fmla="*/ 0 w 5878116"/>
              <a:gd name="connsiteY15" fmla="*/ 65273 h 1098098"/>
              <a:gd name="connsiteX16" fmla="*/ 0 w 5878116"/>
              <a:gd name="connsiteY16" fmla="*/ 101425 h 1098098"/>
              <a:gd name="connsiteX17" fmla="*/ 41675 w 5878116"/>
              <a:gd name="connsiteY17" fmla="*/ 101425 h 1098098"/>
              <a:gd name="connsiteX18" fmla="*/ 41675 w 5878116"/>
              <a:gd name="connsiteY18" fmla="*/ 925877 h 1098098"/>
              <a:gd name="connsiteX19" fmla="*/ 41675 w 5878116"/>
              <a:gd name="connsiteY19" fmla="*/ 1098099 h 1098098"/>
              <a:gd name="connsiteX20" fmla="*/ 2208750 w 5878116"/>
              <a:gd name="connsiteY20" fmla="*/ 1098099 h 1098098"/>
              <a:gd name="connsiteX21" fmla="*/ 2208750 w 5878116"/>
              <a:gd name="connsiteY21" fmla="*/ 1098099 h 1098098"/>
              <a:gd name="connsiteX22" fmla="*/ 2209252 w 5878116"/>
              <a:gd name="connsiteY22" fmla="*/ 1098099 h 1098098"/>
              <a:gd name="connsiteX23" fmla="*/ 2416621 w 5878116"/>
              <a:gd name="connsiteY23" fmla="*/ 1098099 h 1098098"/>
              <a:gd name="connsiteX24" fmla="*/ 2469341 w 5878116"/>
              <a:gd name="connsiteY24" fmla="*/ 1098099 h 1098098"/>
              <a:gd name="connsiteX25" fmla="*/ 3407772 w 5878116"/>
              <a:gd name="connsiteY25" fmla="*/ 1098099 h 1098098"/>
              <a:gd name="connsiteX26" fmla="*/ 3460492 w 5878116"/>
              <a:gd name="connsiteY26" fmla="*/ 1098099 h 1098098"/>
              <a:gd name="connsiteX27" fmla="*/ 3668865 w 5878116"/>
              <a:gd name="connsiteY27" fmla="*/ 1098099 h 1098098"/>
              <a:gd name="connsiteX28" fmla="*/ 5836442 w 5878116"/>
              <a:gd name="connsiteY28" fmla="*/ 1098099 h 1098098"/>
              <a:gd name="connsiteX29" fmla="*/ 5836442 w 5878116"/>
              <a:gd name="connsiteY29" fmla="*/ 925877 h 1098098"/>
              <a:gd name="connsiteX30" fmla="*/ 5836442 w 5878116"/>
              <a:gd name="connsiteY30" fmla="*/ 101425 h 1098098"/>
              <a:gd name="connsiteX31" fmla="*/ 5878117 w 5878116"/>
              <a:gd name="connsiteY31" fmla="*/ 101425 h 1098098"/>
              <a:gd name="connsiteX32" fmla="*/ 5878117 w 5878116"/>
              <a:gd name="connsiteY32" fmla="*/ 65273 h 1098098"/>
              <a:gd name="connsiteX33" fmla="*/ 3669367 w 5878116"/>
              <a:gd name="connsiteY33" fmla="*/ 65273 h 1098098"/>
            </a:gdLst>
            <a:rect l="l" t="t" r="r" b="b"/>
            <a:pathLst>
              <a:path w="5878116" h="1098098">
                <a:moveTo>
                  <a:pt x="3669367" y="65273"/>
                </a:moveTo>
                <a:lnTo>
                  <a:pt x="3669367" y="101425"/>
                </a:lnTo>
                <a:lnTo>
                  <a:pt x="3669367" y="925877"/>
                </a:lnTo>
                <a:lnTo>
                  <a:pt x="3668865" y="925877"/>
                </a:lnTo>
                <a:lnTo>
                  <a:pt x="3668865" y="883701"/>
                </a:lnTo>
                <a:lnTo>
                  <a:pt x="3668865" y="36654"/>
                </a:lnTo>
                <a:lnTo>
                  <a:pt x="3719075" y="36654"/>
                </a:lnTo>
                <a:lnTo>
                  <a:pt x="3719075" y="0"/>
                </a:lnTo>
                <a:lnTo>
                  <a:pt x="2158540" y="0"/>
                </a:lnTo>
                <a:lnTo>
                  <a:pt x="2158540" y="36654"/>
                </a:lnTo>
                <a:lnTo>
                  <a:pt x="2208750" y="36654"/>
                </a:lnTo>
                <a:lnTo>
                  <a:pt x="2208750" y="883701"/>
                </a:lnTo>
                <a:lnTo>
                  <a:pt x="2208750" y="883701"/>
                </a:lnTo>
                <a:lnTo>
                  <a:pt x="2208750" y="101425"/>
                </a:lnTo>
                <a:lnTo>
                  <a:pt x="2208750" y="65273"/>
                </a:lnTo>
                <a:lnTo>
                  <a:pt x="0" y="65273"/>
                </a:lnTo>
                <a:lnTo>
                  <a:pt x="0" y="101425"/>
                </a:lnTo>
                <a:lnTo>
                  <a:pt x="41675" y="101425"/>
                </a:lnTo>
                <a:lnTo>
                  <a:pt x="41675" y="925877"/>
                </a:lnTo>
                <a:lnTo>
                  <a:pt x="41675" y="1098099"/>
                </a:lnTo>
                <a:lnTo>
                  <a:pt x="2208750" y="1098099"/>
                </a:lnTo>
                <a:lnTo>
                  <a:pt x="2208750" y="1098099"/>
                </a:lnTo>
                <a:lnTo>
                  <a:pt x="2209252" y="1098099"/>
                </a:lnTo>
                <a:lnTo>
                  <a:pt x="2416621" y="1098099"/>
                </a:lnTo>
                <a:lnTo>
                  <a:pt x="2469341" y="1098099"/>
                </a:lnTo>
                <a:lnTo>
                  <a:pt x="3407772" y="1098099"/>
                </a:lnTo>
                <a:lnTo>
                  <a:pt x="3460492" y="1098099"/>
                </a:lnTo>
                <a:lnTo>
                  <a:pt x="3668865" y="1098099"/>
                </a:lnTo>
                <a:lnTo>
                  <a:pt x="5836442" y="1098099"/>
                </a:lnTo>
                <a:lnTo>
                  <a:pt x="5836442" y="925877"/>
                </a:lnTo>
                <a:lnTo>
                  <a:pt x="5836442" y="101425"/>
                </a:lnTo>
                <a:lnTo>
                  <a:pt x="5878117" y="101425"/>
                </a:lnTo>
                <a:lnTo>
                  <a:pt x="5878117" y="65273"/>
                </a:lnTo>
                <a:lnTo>
                  <a:pt x="3669367" y="6527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565A7"/>
              </a:gs>
              <a:gs pos="100000">
                <a:srgbClr val="0B609E"/>
              </a:gs>
            </a:gsLst>
            <a:lin ang="8100000" scaled="1"/>
          </a:gradFill>
          <a:ln xmlns:a="http://schemas.openxmlformats.org/drawingml/2006/main" w="50149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30" name="图形 1029">
            <a:extLst xmlns:a="http://schemas.openxmlformats.org/drawingml/2006/main">
              <a:ext uri="{FF2B5EF4-FFF2-40B4-BE49-F238E27FC236}">
                <a16:creationId xmlns:a16="http://schemas.microsoft.com/office/drawing/2014/main" id="{EEAE47C7-73E7-4160-990D-7C43B64A93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e910c1712450a">
            <a:extLst>
              <a:ext uri="{96DAC541-7B7A-43D3-8B79-37D633B846F1}">
                <asvg:svgBlip xmlns:asvg="http://schemas.microsoft.com/office/drawing/2016/SVG/main" r:embed="R79af3a16aff5494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464842" y="3794503"/>
            <a:ext cx="6156744" cy="1177809"/>
          </a:xfrm>
          <a:prstGeom xmlns:a="http://schemas.openxmlformats.org/drawingml/2006/main" prst="rect">
            <a:avLst/>
          </a:prstGeom>
        </p:spPr>
      </p:pic>
      <p:sp>
        <p:nvSpPr>
          <p:cNvPr id="1032" name="图形 7">
            <a:extLst xmlns:a="http://schemas.openxmlformats.org/drawingml/2006/main">
              <a:ext uri="{FF2B5EF4-FFF2-40B4-BE49-F238E27FC236}">
                <a16:creationId xmlns:a16="http://schemas.microsoft.com/office/drawing/2014/main" id="{B66FE9F5-061F-42A5-A435-F71A42C5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68817" y="3070101"/>
            <a:ext cx="6254365" cy="1843075"/>
          </a:xfrm>
          <a:custGeom xmlns:a="http://schemas.openxmlformats.org/drawingml/2006/main">
            <a:gdLst>
              <a:gd name="connsiteX0" fmla="*/ 1819336 w 1819335"/>
              <a:gd name="connsiteY0" fmla="*/ 191262 h 536133"/>
              <a:gd name="connsiteX1" fmla="*/ 1819336 w 1819335"/>
              <a:gd name="connsiteY1" fmla="*/ 206477 h 536133"/>
              <a:gd name="connsiteX2" fmla="*/ 1804428 w 1819335"/>
              <a:gd name="connsiteY2" fmla="*/ 206477 h 536133"/>
              <a:gd name="connsiteX3" fmla="*/ 1804428 w 1819335"/>
              <a:gd name="connsiteY3" fmla="*/ 536134 h 536133"/>
              <a:gd name="connsiteX4" fmla="*/ 14908 w 1819335"/>
              <a:gd name="connsiteY4" fmla="*/ 536134 h 536133"/>
              <a:gd name="connsiteX5" fmla="*/ 14908 w 1819335"/>
              <a:gd name="connsiteY5" fmla="*/ 206477 h 536133"/>
              <a:gd name="connsiteX6" fmla="*/ 0 w 1819335"/>
              <a:gd name="connsiteY6" fmla="*/ 206477 h 536133"/>
              <a:gd name="connsiteX7" fmla="*/ 0 w 1819335"/>
              <a:gd name="connsiteY7" fmla="*/ 191262 h 536133"/>
              <a:gd name="connsiteX8" fmla="*/ 597378 w 1819335"/>
              <a:gd name="connsiteY8" fmla="*/ 191262 h 536133"/>
              <a:gd name="connsiteX9" fmla="*/ 597378 w 1819335"/>
              <a:gd name="connsiteY9" fmla="*/ 136857 h 536133"/>
              <a:gd name="connsiteX10" fmla="*/ 570560 w 1819335"/>
              <a:gd name="connsiteY10" fmla="*/ 136857 h 536133"/>
              <a:gd name="connsiteX11" fmla="*/ 570560 w 1819335"/>
              <a:gd name="connsiteY11" fmla="*/ 121719 h 536133"/>
              <a:gd name="connsiteX12" fmla="*/ 726705 w 1819335"/>
              <a:gd name="connsiteY12" fmla="*/ 121719 h 536133"/>
              <a:gd name="connsiteX13" fmla="*/ 726705 w 1819335"/>
              <a:gd name="connsiteY13" fmla="*/ 54866 h 536133"/>
              <a:gd name="connsiteX14" fmla="*/ 705880 w 1819335"/>
              <a:gd name="connsiteY14" fmla="*/ 54866 h 536133"/>
              <a:gd name="connsiteX15" fmla="*/ 705880 w 1819335"/>
              <a:gd name="connsiteY15" fmla="*/ 39574 h 536133"/>
              <a:gd name="connsiteX16" fmla="*/ 803855 w 1819335"/>
              <a:gd name="connsiteY16" fmla="*/ 39574 h 536133"/>
              <a:gd name="connsiteX17" fmla="*/ 803855 w 1819335"/>
              <a:gd name="connsiteY17" fmla="*/ 10604 h 536133"/>
              <a:gd name="connsiteX18" fmla="*/ 844659 w 1819335"/>
              <a:gd name="connsiteY18" fmla="*/ 10604 h 536133"/>
              <a:gd name="connsiteX19" fmla="*/ 844659 w 1819335"/>
              <a:gd name="connsiteY19" fmla="*/ 0 h 536133"/>
              <a:gd name="connsiteX20" fmla="*/ 974754 w 1819335"/>
              <a:gd name="connsiteY20" fmla="*/ 0 h 536133"/>
              <a:gd name="connsiteX21" fmla="*/ 974754 w 1819335"/>
              <a:gd name="connsiteY21" fmla="*/ 10604 h 536133"/>
              <a:gd name="connsiteX22" fmla="*/ 1015481 w 1819335"/>
              <a:gd name="connsiteY22" fmla="*/ 10604 h 536133"/>
              <a:gd name="connsiteX23" fmla="*/ 1015481 w 1819335"/>
              <a:gd name="connsiteY23" fmla="*/ 39574 h 536133"/>
              <a:gd name="connsiteX24" fmla="*/ 1113456 w 1819335"/>
              <a:gd name="connsiteY24" fmla="*/ 39574 h 536133"/>
              <a:gd name="connsiteX25" fmla="*/ 1113456 w 1819335"/>
              <a:gd name="connsiteY25" fmla="*/ 54866 h 536133"/>
              <a:gd name="connsiteX26" fmla="*/ 1092631 w 1819335"/>
              <a:gd name="connsiteY26" fmla="*/ 54866 h 536133"/>
              <a:gd name="connsiteX27" fmla="*/ 1092631 w 1819335"/>
              <a:gd name="connsiteY27" fmla="*/ 121719 h 536133"/>
              <a:gd name="connsiteX28" fmla="*/ 1248776 w 1819335"/>
              <a:gd name="connsiteY28" fmla="*/ 121719 h 536133"/>
              <a:gd name="connsiteX29" fmla="*/ 1248776 w 1819335"/>
              <a:gd name="connsiteY29" fmla="*/ 136857 h 536133"/>
              <a:gd name="connsiteX30" fmla="*/ 1221958 w 1819335"/>
              <a:gd name="connsiteY30" fmla="*/ 136857 h 536133"/>
              <a:gd name="connsiteX31" fmla="*/ 1221958 w 1819335"/>
              <a:gd name="connsiteY31" fmla="*/ 191262 h 536133"/>
              <a:gd name="connsiteX32" fmla="*/ 1819336 w 1819335"/>
              <a:gd name="connsiteY32" fmla="*/ 191262 h 536133"/>
            </a:gdLst>
            <a:rect l="l" t="t" r="r" b="b"/>
            <a:pathLst>
              <a:path w="1819335" h="536133">
                <a:moveTo>
                  <a:pt x="1819336" y="191262"/>
                </a:moveTo>
                <a:lnTo>
                  <a:pt x="1819336" y="206477"/>
                </a:lnTo>
                <a:lnTo>
                  <a:pt x="1804428" y="206477"/>
                </a:lnTo>
                <a:lnTo>
                  <a:pt x="1804428" y="536134"/>
                </a:lnTo>
                <a:lnTo>
                  <a:pt x="14908" y="536134"/>
                </a:lnTo>
                <a:lnTo>
                  <a:pt x="14908" y="206477"/>
                </a:lnTo>
                <a:lnTo>
                  <a:pt x="0" y="206477"/>
                </a:lnTo>
                <a:lnTo>
                  <a:pt x="0" y="191262"/>
                </a:lnTo>
                <a:lnTo>
                  <a:pt x="597378" y="191262"/>
                </a:lnTo>
                <a:lnTo>
                  <a:pt x="597378" y="136857"/>
                </a:lnTo>
                <a:lnTo>
                  <a:pt x="570560" y="136857"/>
                </a:lnTo>
                <a:lnTo>
                  <a:pt x="570560" y="121719"/>
                </a:lnTo>
                <a:lnTo>
                  <a:pt x="726705" y="121719"/>
                </a:lnTo>
                <a:lnTo>
                  <a:pt x="726705" y="54866"/>
                </a:lnTo>
                <a:lnTo>
                  <a:pt x="705880" y="54866"/>
                </a:lnTo>
                <a:lnTo>
                  <a:pt x="705880" y="39574"/>
                </a:lnTo>
                <a:lnTo>
                  <a:pt x="803855" y="39574"/>
                </a:lnTo>
                <a:lnTo>
                  <a:pt x="803855" y="10604"/>
                </a:lnTo>
                <a:lnTo>
                  <a:pt x="844659" y="10604"/>
                </a:lnTo>
                <a:lnTo>
                  <a:pt x="844659" y="0"/>
                </a:lnTo>
                <a:lnTo>
                  <a:pt x="974754" y="0"/>
                </a:lnTo>
                <a:lnTo>
                  <a:pt x="974754" y="10604"/>
                </a:lnTo>
                <a:lnTo>
                  <a:pt x="1015481" y="10604"/>
                </a:lnTo>
                <a:lnTo>
                  <a:pt x="1015481" y="39574"/>
                </a:lnTo>
                <a:lnTo>
                  <a:pt x="1113456" y="39574"/>
                </a:lnTo>
                <a:lnTo>
                  <a:pt x="1113456" y="54866"/>
                </a:lnTo>
                <a:lnTo>
                  <a:pt x="1092631" y="54866"/>
                </a:lnTo>
                <a:lnTo>
                  <a:pt x="1092631" y="121719"/>
                </a:lnTo>
                <a:lnTo>
                  <a:pt x="1248776" y="121719"/>
                </a:lnTo>
                <a:lnTo>
                  <a:pt x="1248776" y="136857"/>
                </a:lnTo>
                <a:lnTo>
                  <a:pt x="1221958" y="136857"/>
                </a:lnTo>
                <a:lnTo>
                  <a:pt x="1221958" y="191262"/>
                </a:lnTo>
                <a:lnTo>
                  <a:pt x="1819336" y="191262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565A7"/>
              </a:gs>
              <a:gs pos="100000">
                <a:srgbClr val="0B609E"/>
              </a:gs>
            </a:gsLst>
            <a:lin ang="8100000" scaled="1"/>
          </a:gradFill>
          <a:ln xmlns:a="http://schemas.openxmlformats.org/drawingml/2006/main" w="7676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33" name="图形 1032">
            <a:extLst xmlns:a="http://schemas.openxmlformats.org/drawingml/2006/main">
              <a:ext uri="{FF2B5EF4-FFF2-40B4-BE49-F238E27FC236}">
                <a16:creationId xmlns:a16="http://schemas.microsoft.com/office/drawing/2014/main" id="{2992E677-FFE5-4BE9-BAE2-4E43F24BBC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649b1ea194853">
            <a:extLst>
              <a:ext uri="{96DAC541-7B7A-43D3-8B79-37D633B846F1}">
                <asvg:svgBlip xmlns:asvg="http://schemas.microsoft.com/office/drawing/2016/SVG/main" r:embed="R4c8eff63885242d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968817" y="3117113"/>
            <a:ext cx="6254365" cy="1847496"/>
          </a:xfrm>
          <a:prstGeom xmlns:a="http://schemas.openxmlformats.org/drawingml/2006/main" prst="rect">
            <a:avLst/>
          </a:prstGeom>
        </p:spPr>
      </p:pic>
      <p:sp>
        <p:nvSpPr>
          <p:cNvPr id="4" name="图形 6">
            <a:extLst xmlns:a="http://schemas.openxmlformats.org/drawingml/2006/main">
              <a:ext uri="{FF2B5EF4-FFF2-40B4-BE49-F238E27FC236}">
                <a16:creationId xmlns:a16="http://schemas.microsoft.com/office/drawing/2014/main" id="{9627E8CE-24FD-41A9-BEC3-4CAD41E0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25558"/>
            <a:ext cx="12192000" cy="148091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4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34" name="text-4">
            <a:extLst xmlns:a="http://schemas.openxmlformats.org/drawingml/2006/main">
              <a:ext uri="{FF2B5EF4-FFF2-40B4-BE49-F238E27FC236}">
                <a16:creationId xmlns:a16="http://schemas.microsoft.com/office/drawing/2014/main" id="{5E60E332-2F06-45B9-B37D-88038DB2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ns0:p xmlns:ns0="http://schemas.openxmlformats.org/drawingml/2006/main">
            <ns0:pPr algn="l">
              <ns0:defRPr sz="4200" b="1">
                <ns0:solidFill>
                  <ns0:srgbClr val="FFFFFF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4200" b="1">
                <ns0:solidFill>
                  <ns0:srgbClr val="FFFFFF"/>
                </ns0:solidFill>
                <ns0:latin typeface="微软雅黑"/>
                <ns0:ea typeface="微软雅黑"/>
                <ns0:cs typeface="微软雅黑"/>
              </ns0:rPr>
              <ns0:t>感谢聆听</ns0:t>
            </ns0:r>
          </ns0:p>
        </p:txBody>
      </p:sp>
      <p:pic>
        <p:nvPicPr>
          <p:cNvPr id="1035" name="">
            <a:extLst xmlns:a="http://schemas.openxmlformats.org/drawingml/2006/main">
              <a:ext uri="{FF2B5EF4-FFF2-40B4-BE49-F238E27FC236}">
                <a16:creationId xmlns:a16="http://schemas.microsoft.com/office/drawing/2014/main" id="{F6CD0EA1-A507-4566-A874-5AA4AE8089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e071f65f2476d"/>
          <a:stretch xmlns:a="http://schemas.openxmlformats.org/drawingml/2006/main"/>
        </p:blipFill>
        <p:spPr>
          <a:xfrm xmlns:a="http://schemas.openxmlformats.org/drawingml/2006/main">
            <a:off x="8382000" y="1306513"/>
            <a:ext cx="3381375" cy="2254250"/>
          </a:xfrm>
          <a:prstGeom xmlns:a="http://schemas.openxmlformats.org/drawingml/2006/main" prst="rect">
            <a:avLst/>
          </a:prstGeom>
        </p:spPr>
      </p:pic>
      <p:sp>
        <p:nvSpPr>
          <p:cNvPr id="1036" name="text-5">
            <a:extLst xmlns:a="http://schemas.openxmlformats.org/drawingml/2006/main">
              <a:ext uri="{FF2B5EF4-FFF2-40B4-BE49-F238E27FC236}">
                <a16:creationId xmlns:a16="http://schemas.microsoft.com/office/drawing/2014/main" id="{8FFA211C-F9C4-4CA8-A4DB-A2A7E0D6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86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X射线与多孔晶体：概念示意</a:t>
            </a:r>
          </a:p>
        </p:txBody>
      </p:sp>
      <p:sp>
        <p:nvSpPr>
          <p:cNvPr id="1037" name="text-6">
            <a:extLst xmlns:a="http://schemas.openxmlformats.org/drawingml/2006/main">
              <a:ext uri="{FF2B5EF4-FFF2-40B4-BE49-F238E27FC236}">
                <a16:creationId xmlns:a16="http://schemas.microsoft.com/office/drawing/2014/main" id="{D2CD496A-B960-4EAF-87D4-4E2809F9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860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ns1:p xmlns:ns1="http://schemas.openxmlformats.org/drawingml/2006/main">
            <ns1:pPr algn="l">
              <ns1:defRPr sz="2325" b="0">
                <ns1:solidFill>
                  <ns1:srgbClr val="FFFFFF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2325" b="0">
                <ns1:solidFill>
                  <ns1:srgbClr val="FFFFFF"/>
                </ns1:solidFill>
                <ns1:latin typeface="微软雅黑"/>
                <ns1:ea typeface="微软雅黑"/>
                <ns1:cs typeface="微软雅黑"/>
              </ns1:rPr>
              <ns1:t>恳请各位老师、同学批评指正</ns1:t>
            </ns1:r>
          </ns1:p>
        </p:txBody>
      </p:sp>
      <p:sp>
        <p:nvSpPr>
          <p:cNvPr id="1038" name="text-7">
            <a:extLst xmlns:a="http://schemas.openxmlformats.org/drawingml/2006/main">
              <a:ext uri="{FF2B5EF4-FFF2-40B4-BE49-F238E27FC236}">
                <a16:creationId xmlns:a16="http://schemas.microsoft.com/office/drawing/2014/main" id="{A8A3606B-ED07-426C-B26A-D22E72BE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05425"/>
            <a:ext cx="1005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ns2:p xmlns:ns2="http://schemas.openxmlformats.org/drawingml/2006/main">
            <ns2:pPr algn="ctr">
              <ns2:defRPr sz="2025" b="1">
                <ns2:solidFill>
                  <ns2:srgbClr val="005B94"/>
                </ns2:solidFill>
                <ns2:latin typeface="微软雅黑"/>
                <ns2:ea typeface="微软雅黑"/>
                <ns2:cs typeface="微软雅黑"/>
              </ns2:defRPr>
            </ns2:pPr>
            <ns2:r>
              <ns2:rPr sz="2025" b="1">
                <ns2:solidFill>
                  <ns2:srgbClr val="005B94"/>
                </ns2:solidFill>
                <ns2:latin typeface="微软雅黑"/>
                <ns2:ea typeface="微软雅黑"/>
                <ns2:cs typeface="微软雅黑"/>
              </ns2:rPr>
              <ns2:t>《材料与化工现代研究方法》</ns2:t>
            </ns2:r>
          </ns2:p>
        </p:txBody>
      </p:sp>
      <p:sp>
        <p:nvSpPr>
          <p:cNvPr id="1039" name="text-8">
            <a:extLst xmlns:a="http://schemas.openxmlformats.org/drawingml/2006/main">
              <a:ext uri="{FF2B5EF4-FFF2-40B4-BE49-F238E27FC236}">
                <a16:creationId xmlns:a16="http://schemas.microsoft.com/office/drawing/2014/main" id="{92DF4AF6-5DB3-411B-B3C8-33BEE919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57875"/>
            <a:ext cx="1005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ns3:p xmlns:ns3="http://schemas.openxmlformats.org/drawingml/2006/main">
            <ns3:pPr algn="ctr">
              <ns3:defRPr sz="1725" b="0">
                <ns3:solidFill>
                  <ns3:srgbClr val="52636D"/>
                </ns3:solidFill>
                <ns3:latin typeface="微软雅黑"/>
                <ns3:ea typeface="微软雅黑"/>
                <ns3:cs typeface="微软雅黑"/>
              </ns3:defRPr>
            </ns3:pPr>
            <ns3:r>
              <ns3:rPr sz="1725" b="0">
                <ns3:solidFill>
                  <ns3:srgbClr val="52636D"/>
                </ns3:solidFill>
                <ns3:latin typeface="微软雅黑"/>
                <ns3:ea typeface="微软雅黑"/>
                <ns3:cs typeface="微软雅黑"/>
              </ns3:rPr>
              <ns3:t>XRD表征技术及MOF / COF案例解析</ns3:t>
            </ns3:r>
          </ns3:p>
        </p:txBody>
      </p:sp>
    </p:spTree>
    <p:extLst>
      <p:ext uri="{BB962C8B-B14F-4D97-AF65-F5344CB8AC3E}">
        <p14:creationId xmlns:p14="http://schemas.microsoft.com/office/powerpoint/2010/main" val="1007951797"/>
      </p:ext>
    </p:extLst>
  </p:cSld>
</p:sld>
</file>

<file path=ppt/theme/theme1.xml><?xml version="1.0" encoding="utf-8"?>
<a:theme xmlns:a="http://schemas.openxmlformats.org/drawingml/2006/main" name="2_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5B94"/>
      </a:accent1>
      <a:accent2>
        <a:srgbClr val="2BA3C0"/>
      </a:accent2>
      <a:accent3>
        <a:srgbClr val="B37328"/>
      </a:accent3>
      <a:accent4>
        <a:srgbClr val="FFC000"/>
      </a:accent4>
      <a:accent5>
        <a:srgbClr val="345964"/>
      </a:accent5>
      <a:accent6>
        <a:srgbClr val="C00000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思源宋体 CN"/>
        <a:cs typeface=""/>
      </a:majorFont>
      <a:minorFont>
        <a:latin typeface="微软雅黑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1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2026-10-15T13:18:15.0800000Z</dcterms:created>
  <dcterms:modified xsi:type="dcterms:W3CDTF">2026-10-15T13:18:15.0800000Z</dcterms:modified>
</coreProperties>
</file>
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66" r:id="rId14"/>
  </p:sldIdLst>
  <p:sldSz cx="12192000" cy="6858000"/>
  <p:notesSz cx="6858000" cy="9144000"/>
  <p:embeddedFontLst>
    <p:embeddedFont>
      <p:font typeface="思源宋体 CN" panose="02010600030101010101" charset="-122"/>
      <p:regular r:id="rId16"/>
    </p:embeddedFont>
    <p:embeddedFont>
      <p:font typeface="微软雅黑" panose="020B0503020204020204" pitchFamily="34" charset="-122"/>
      <p:regular r:id="rId17"/>
      <p:bold r:id="rId18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建议用时：10秒</a:t>
            </a:r>
          </a:p>
          <a:p>
            <a:endParaRPr/>
          </a:p>
          <a:p>
            <a:r>
              <a:t>大家好，本次汇报介绍X射线衍射，也就是XRD。我们从基本原理、测试与分析方法出发，结合MOF和COF论文中的图谱，讨论XRD能够提供哪些结构信息。</a:t>
            </a:r>
          </a:p>
          <a:p>
            <a:endParaRPr/>
          </a:p>
          <a:p>
            <a:r>
              <a:t>来源：</a:t>
            </a:r>
          </a:p>
          <a:p>
            <a:r>
              <a:t>课程汇报要求图片：8分钟，4至5人小组，围绕课题组研究方向及材料表征方法。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建议用时：40秒</a:t>
            </a:r>
          </a:p>
          <a:p>
            <a:endParaRPr/>
          </a:p>
          <a:p>
            <a:r>
              <a:t>XRD利用晶体内部的周期排列产生衍射信号。满足布拉格条件时，在特定角度出现衍射峰。峰位与晶面间距相关，横轴通常表示2θ。本次以粉末XRD为主。MOF和COF分别是金属有机框架与共价有机框架，常具有较大的结构周期，因此低角区对其结构分析尤其重要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建议用时：35秒</a:t>
            </a:r>
          </a:p>
          <a:p>
            <a:endParaRPr/>
          </a:p>
          <a:p>
            <a:r>
              <a:t>可靠结果首先依赖规范制样。粉末应温和研磨、铺平，并控制样品高度。薄膜可以采用掠入射方式，减少基底信号的影响。表中扫描参数仅为起始参考，实际需要按仪器和样品优化。比较不同样品时，应尽量保持测试条件和样品状态一致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建议用时：25秒</a:t>
            </a:r>
          </a:p>
          <a:p>
            <a:endParaRPr/>
          </a:p>
          <a:p>
            <a:r>
              <a:t>常用软件可以按功能划分。Jade和Match用于寻峰及物相鉴定，Materials Studio用于结构模拟，GSAS-II和TOPAS用于全谱拟合与进一步的结构分析，Origin用于图谱整理及峰形分析。全谱拟合是让计算曲线在整个角度范围内接近实验数据。</a:t>
            </a:r>
          </a:p>
          <a:p>
            <a:endParaRPr/>
          </a:p>
          <a:p>
            <a:r>
              <a:t>来源：</a:t>
            </a:r>
          </a:p>
          <a:p>
            <a:r>
              <a:t>https://www.materialsdata.com/products.htm</a:t>
            </a:r>
          </a:p>
          <a:p>
            <a:r>
              <a:t>https://www.crystalimpact.com/match/</a:t>
            </a:r>
          </a:p>
          <a:p>
            <a:r>
              <a:t>https://www.bruker.com/en/products-and-solutions/diffractometers-and-x-ray-microscopes/x-ray-diffraction-software.html</a:t>
            </a:r>
          </a:p>
          <a:p>
            <a:r>
              <a:t>https://advancedphotonsource.github.io/GSAS-II-tutorials/documentation.html</a:t>
            </a:r>
          </a:p>
          <a:p>
            <a:r>
              <a:t>https://www.3ds.com/products/biovia/materials-studio</a:t>
            </a:r>
          </a:p>
          <a:p>
            <a:r>
              <a:t>https://docs.originlab.com/tutorials/peakfitting-baseline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建议用时：35秒</a:t>
            </a:r>
          </a:p>
          <a:p>
            <a:endParaRPr/>
          </a:p>
          <a:p>
            <a:r>
              <a:t>图谱分析主要包括峰位、峰宽、相对峰强和全谱匹配。峰位提供晶面间距及物相信息，峰宽与有序区域尺度及结构畸变有关，相对峰强也受晶粒取向和制样影响。分析时应综合多个峰，不能仅凭单个强峰判断结晶度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  <a:p>
            <a:r>
              <a:t>https://journals.iucr.org/j/issues/2024/05/00/oc5037/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建议用时：35秒</a:t>
            </a:r>
          </a:p>
          <a:p>
            <a:endParaRPr/>
          </a:p>
          <a:p>
            <a:r>
              <a:t>不同表征方法提供的信息相互补充。XRD反映样品的平均晶体结构，电子显微镜提供形貌及局部晶格信息。能谱分析元素组成与分布，红外和拉曼反映化学键，XPS提供表面化学态，气体吸附评价比表面积和孔隙可达性。因此，结构与性能结论通常需要多种方法共同支持。</a:t>
            </a:r>
          </a:p>
          <a:p>
            <a:endParaRPr/>
          </a:p>
          <a:p>
            <a:r>
              <a:t>来源：</a:t>
            </a:r>
          </a:p>
          <a:p>
            <a:r>
              <a:t>https://doi.org/10.1002/adfm.202506111</a:t>
            </a:r>
          </a:p>
          <a:p>
            <a:r>
              <a:t>https://doi.org/10.1038/s41467-024-47426-x</a:t>
            </a:r>
          </a:p>
          <a:p>
            <a:r>
              <a:t>https://doi.org/10.1038/s41467-024-46942-0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建议用时：55秒</a:t>
            </a:r>
          </a:p>
          <a:p>
            <a:r>
              <a:t/>
            </a:r>
          </a:p>
          <a:p>
            <a:r>
              <a:t>第一张图来自参考PPT，图旁保留了英文图例的中文说明。实验数据与Pawley全谱拟合线基本吻合，模拟峰位与主要实验峰也能够对应。Rwp为5.28%，用于评价实验与拟合的偏差。全谱拟合可检验候选晶胞与实验图谱的一致性，层间堆积仍需模型和其他表征支持。不过，拟合良好不能证明模型唯一，也不能由峰强直接定量判断结晶度。</a:t>
            </a:r>
          </a:p>
          <a:p>
            <a:r>
              <a:t/>
            </a:r>
          </a:p>
          <a:p>
            <a:r>
              <a:t>补充理解：Pawley拟合可检验候选晶胞与全谱的一致性，不直接验证原子位置，也不能单独确定层间堆积模型。</a:t>
            </a:r>
          </a:p>
          <a:p>
            <a:r>
              <a:t/>
            </a:r>
          </a:p>
          <a:p>
            <a:r>
              <a:t>参考文献与图源：</a:t>
            </a:r>
          </a:p>
          <a:p>
            <a:r>
              <a:t>文献题录已由出版社页面及Crossref核实。公开图注将TT-TPDA-COF列为Fig. 1a，但本次未取得论文原始图像，不宣称已独立完成图像核对。请取得原文Fig. 1后再确认图形、Rp=3.86%、Rwp=5.28%及AA模型。</a:t>
            </a:r>
          </a:p>
          <a:p>
            <a:r>
              <a:t>[1] XU Q, FU K, LIU Z, et al. Thiophene-Based Bipolar-Type Covalent Organic Frameworks with Extended π-Conjugation as Superior Cathode for Lithium-Ion Batteries[J]. Advanced Functional Materials, 2025, 35(39): 2506111. DOI: 10.1002/adfm.202506111.</a:t>
            </a:r>
          </a:p>
          <a:p>
            <a:r>
              <a:t>出版社：https://advanced.onlinelibrary.wiley.com/doi/10.1002/adfm.202506111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建议用时：40秒</a:t>
            </a:r>
          </a:p>
          <a:p>
            <a:r>
              <a:t/>
            </a:r>
          </a:p>
          <a:p>
            <a:r>
              <a:t>对照材料Np-TPDA-COF同样具有明显的低角衍射峰，较弱峰也与理论位置对应。其Rwp为4.98%，说明在本组数据条件下拟合较好。这个数值略低于上一材料，但不同样品的统计误差和背景等因素也会影响拟合指标，因此不能据此比较结晶度。电池性能差异还需结合电化学和导电性测试。</a:t>
            </a:r>
          </a:p>
          <a:p>
            <a:r>
              <a:t/>
            </a:r>
          </a:p>
          <a:p>
            <a:r>
              <a:t>参考文献与图源：</a:t>
            </a:r>
          </a:p>
          <a:p>
            <a:r>
              <a:t>文献题录已由出版社页面及Crossref核实。公开图注将Np-TPDA-COF列为Fig. 1b，但本次未取得论文原始图像，不宣称已独立完成图像核对。请取得原文Fig. 1后再确认图形、Rp=3.47%、Rwp=4.98%及模型。</a:t>
            </a:r>
          </a:p>
          <a:p>
            <a:r>
              <a:t>[1] XU Q, FU K, LIU Z, et al. Thiophene-Based Bipolar-Type Covalent Organic Frameworks with Extended π-Conjugation as Superior Cathode for Lithium-Ion Batteries[J]. Advanced Functional Materials, 2025, 35(39): 2506111. DOI: 10.1002/adfm.202506111.</a:t>
            </a:r>
          </a:p>
          <a:p>
            <a:r>
              <a:t>出版社：https://advanced.onlinelibrary.wiley.com/doi/10.1002/adfm.202506111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建议用时：60秒</a:t>
            </a:r>
          </a:p>
          <a:p>
            <a:r>
              <a:t/>
            </a:r>
          </a:p>
          <a:p>
            <a:r>
              <a:t>UiO-66案例展示了尺寸变化与峰展宽的关系。随着合成时乙醇用量增加，峰逐渐展宽，相邻峰出现重叠。TEM统计颗粒尺寸依次约为40、14、9和5纳米，超小颗粒中仍可观察到局部晶格。因此，峰展宽与有序区域尺度减小相一致，仅凭宽峰不能认定样品完全无定形。峰宽分析还需考虑仪器贡献。</a:t>
            </a:r>
          </a:p>
          <a:p>
            <a:r>
              <a:t/>
            </a:r>
          </a:p>
          <a:p>
            <a:r>
              <a:t>参考文献与图源：</a:t>
            </a:r>
          </a:p>
          <a:p>
            <a:r>
              <a:t>已直接对照出版社完整Fig. 2：所用图为Fig. 2b；乙醇体积10/20/40/80 mL、彩色曲线、峰标记、模拟曲线及横轴一致。TEM平均粒径40/14/9/5 nm来自Fig. 2c，不能写成由本页PXRD图直接测得。图片裁剪，适用CC BY 4.0：https://creativecommons.org/licenses/by/4.0/ 。</a:t>
            </a:r>
          </a:p>
          <a:p>
            <a:r>
              <a:t>[2] DAI S, SIMMS C, PATRIARCHE G, et al. Highly defective ultra-small tetravalent MOF nanocrystals[J]. Nature Communications, 2024, 15(1): 3434. DOI: 10.1038/s41467-024-47426-x.</a:t>
            </a:r>
          </a:p>
          <a:p>
            <a:r>
              <a:t>出版社：https://www.nature.com/articles/s41467-024-47426-x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建议用时：60秒</a:t>
            </a:r>
          </a:p>
          <a:p>
            <a:r>
              <a:t/>
            </a:r>
          </a:p>
          <a:p>
            <a:r>
              <a:t>ACOF-1的多个低角峰与作者提出的结构模型相符，括号内的数字表示晶面编号。Pawley拟合的Rwp为5.71%。作者结合X射线散射、高分辨TEM和结构计算，支持反平行AA堆积。这里的反平行AA可以理解为相邻层方向相反、位置大致上下对应。多种证据共同约束结构，比单独比较拟合残差更有说服力。</a:t>
            </a:r>
          </a:p>
          <a:p>
            <a:r>
              <a:t/>
            </a:r>
          </a:p>
          <a:p>
            <a:r>
              <a:t>补充理解：Pawley拟合可检验候选晶胞与全谱的一致性，不直接验证原子位置，也不能单独确定层间堆积模型。</a:t>
            </a:r>
          </a:p>
          <a:p>
            <a:r>
              <a:t/>
            </a:r>
          </a:p>
          <a:p>
            <a:r>
              <a:t>参考文献与图源：</a:t>
            </a:r>
          </a:p>
          <a:p>
            <a:r>
              <a:t>已直接对照出版社完整Fig. 2及正文：所用图为Fig. 2d，实验黑色、Pawley拟合红色、模拟蓝色、Bragg位置绿色、差值灰色，与原图一致。2.5/4.2/4.9/6.5/8.4度与(100)/(110)/(200)/(210)/(310)对应。Rp=3.89%、Rwp=5.71%见正文；SAXS及HRTEM辅助证据见Fig. 2f-h。拟合良好不能单独证明模型唯一。图片裁剪，适用CC BY 4.0：https://creativecommons.org/licenses/by/4.0/ 。</a:t>
            </a:r>
          </a:p>
          <a:p>
            <a:r>
              <a:t>[3] XIE Y, RONG Q, MAO F, et al. Engineering the pore environment of antiparallel stacked covalent organic frameworks for capture of iodine pollutants[J]. Nature Communications, 2024, 15(1): 2671. DOI: 10.1038/s41467-024-46942-0.</a:t>
            </a:r>
          </a:p>
          <a:p>
            <a:r>
              <a:t>出版社：https://www.nature.com/articles/s41467-024-46942-0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建议用时：50秒</a:t>
            </a:r>
          </a:p>
          <a:p>
            <a:endParaRPr/>
          </a:p>
          <a:p>
            <a:r>
              <a:t>三个案例分别说明结构匹配、峰宽变化和层间堆积分析。XRD提供晶体结构证据，性能解释还需要专门测试。对于MOF和COF，即使处理后衍射峰保留，也需要通过吸附测试确认孔道是否仍然开放。结构保持、孔隙可达性和性能变化应分别验证，再讨论它们之间的联系。</a:t>
            </a:r>
          </a:p>
          <a:p>
            <a:endParaRPr/>
          </a:p>
          <a:p>
            <a:r>
              <a:t>来源：</a:t>
            </a:r>
          </a:p>
          <a:p>
            <a:r>
              <a:t>https://doi.org/10.1002/adfm.202506111</a:t>
            </a:r>
          </a:p>
          <a:p>
            <a:r>
              <a:t>https://doi.org/10.1038/s41467-024-47426-x</a:t>
            </a:r>
          </a:p>
          <a:p>
            <a:r>
              <a:t>https://doi.org/10.1038/s41467-024-46942-0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建议用时：35秒</a:t>
            </a:r>
          </a:p>
          <a:p>
            <a:endParaRPr/>
          </a:p>
          <a:p>
            <a:r>
              <a:t>最后把XRD分析归纳为四部分：先保证数据质量，再选择软件完成比对与拟合；读图时区分实验、拟合和模拟曲线；公式用于理解晶面间距和晶畴尺度。这里的d不能直接当作孔径，D也不一定等于颗粒尺寸。最终结论仍应结合全谱和其他表征。谢谢大家。</a:t>
            </a:r>
          </a:p>
          <a:p>
            <a:endParaRPr/>
          </a:p>
          <a:p>
            <a:r>
              <a:t>补充理解：Scherrer公式的简化估算假设尺寸展宽占主导，需考虑仪器展宽、微应变和峰重叠。β在本页取校正后的半高宽，计算时使用弧度。Pawley拟合不直接验证原子位置，Rp/Rwp不能代表结晶度。</a:t>
            </a:r>
          </a:p>
          <a:p>
            <a:endParaRPr/>
          </a:p>
          <a:p>
            <a:r>
              <a:t>补充学习资料（由原附录整合，供课后参考）：</a:t>
            </a:r>
          </a:p>
          <a:p>
            <a:endParaRPr/>
          </a:p>
          <a:p>
            <a:r>
              <a:t>【数据流程】</a:t>
            </a:r>
          </a:p>
          <a:p>
            <a:r>
              <a:t>原始数据应始终保留。平滑、背景扣除和归一化需要可追溯，过度平滑会改变峰宽并掩盖弱峰。数据库匹配只是候选筛选，需要化学组成和全谱验证。对活化前后样品应记录溶剂状态、空气暴露及测试几何。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  <a:p>
            <a:r>
              <a:t>https://www.materialsdata.com/products.htm</a:t>
            </a:r>
          </a:p>
          <a:p>
            <a:r>
              <a:t>https://www.crystalimpact.com/match/</a:t>
            </a:r>
          </a:p>
          <a:p>
            <a:r>
              <a:t>https://www.bruker.com/en/products-and-solutions/diffractometers-and-x-ray-microscopes/x-ray-diffraction-software.html</a:t>
            </a:r>
          </a:p>
          <a:p>
            <a:r>
              <a:t>https://advancedphotonsource.github.io/GSAS-II-tutorials/documentation.html</a:t>
            </a:r>
          </a:p>
          <a:p>
            <a:r>
              <a:t>https://www.3ds.com/products/biovia/materials-studio</a:t>
            </a:r>
          </a:p>
          <a:p>
            <a:r>
              <a:t>https://docs.originlab.com/tutorials/peakfitting-baseline</a:t>
            </a:r>
          </a:p>
          <a:p>
            <a:endParaRPr/>
          </a:p>
          <a:p>
            <a:r>
              <a:t>【公式示例】</a:t>
            </a:r>
          </a:p>
          <a:p>
            <a:r>
              <a:t>这里的峰宽为教学设定值，不能当作UiO-66原始数据的重分析。若采用高斯展宽近似，可使用β样品平方约等于β实测平方减β仪器平方，但Voigt等峰形应使用适当卷积方法。对于高度重叠、极小晶畴和强无序体系，简单Scherrer估算的不确定性更高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  <a:p>
            <a:r>
              <a:t>https://journals.iucr.org/j/issues/2024/05/00/oc5037/</a:t>
            </a:r>
          </a:p>
          <a:p>
            <a:endParaRPr/>
          </a:p>
          <a:p>
            <a:r>
              <a:t>【图例释义】</a:t>
            </a:r>
          </a:p>
          <a:p>
            <a:r>
              <a:t>拟合可以先理解为：用软件调整一条计算曲线，使它尽量贴近实验数据。Pawley是其中一种方法的名称。本次理解图例和基本含义即可。误差较小通常说明曲线较接近，但不能仅凭这一点判断材料更好。</a:t>
            </a:r>
          </a:p>
          <a:p>
            <a:endParaRPr/>
          </a:p>
          <a:p>
            <a:r>
              <a:t>来源：</a:t>
            </a:r>
          </a:p>
          <a:p>
            <a:r>
              <a:t>https://www.materialsdata.com/products.htm</a:t>
            </a:r>
          </a:p>
          <a:p>
            <a:r>
              <a:t>https://www.crystalimpact.com/match/</a:t>
            </a:r>
          </a:p>
          <a:p>
            <a:r>
              <a:t>https://www.bruker.com/en/products-and-solutions/diffractometers-and-x-ray-microscopes/x-ray-diffraction-software.html</a:t>
            </a:r>
          </a:p>
          <a:p>
            <a:r>
              <a:t>https://advancedphotonsource.github.io/GSAS-II-tutorials/documentation.html</a:t>
            </a:r>
          </a:p>
          <a:p>
            <a:r>
              <a:t>https://www.3ds.com/products/biovia/materials-studio</a:t>
            </a:r>
          </a:p>
          <a:p>
            <a:r>
              <a:t>https://docs.originlab.com/tutorials/peakfitting-baseline</a:t>
            </a:r>
          </a:p>
          <a:p>
            <a:endParaRPr/>
          </a:p>
          <a:p>
            <a:r>
              <a:t>【方法与软件】</a:t>
            </a:r>
          </a:p>
          <a:p>
            <a:r>
              <a:t>访问日期：2026-10-15。Bruker软件总览：https://www.bruker.com/en/products-and-solutions/diffractometers-and-x-ray-microscopes/x-ray-diffraction-software.html。其余功能依据见页内与上述各页备注。</a:t>
            </a:r>
          </a:p>
          <a:p>
            <a:endParaRPr/>
          </a:p>
          <a:p>
            <a:r>
              <a:t>来源：</a:t>
            </a:r>
          </a:p>
          <a:p>
            <a:r>
              <a:t>https://www.materialsdata.com/products.htm</a:t>
            </a:r>
          </a:p>
          <a:p>
            <a:r>
              <a:t>https://www.crystalimpact.com/match/</a:t>
            </a:r>
          </a:p>
          <a:p>
            <a:r>
              <a:t>https://www.bruker.com/en/products-and-solutions/diffractometers-and-x-ray-microscopes/x-ray-diffraction-software.html</a:t>
            </a:r>
          </a:p>
          <a:p>
            <a:r>
              <a:t>https://advancedphotonsource.github.io/GSAS-II-tutorials/documentation.html</a:t>
            </a:r>
          </a:p>
          <a:p>
            <a:r>
              <a:t>https://www.3ds.com/products/biovia/materials-studio</a:t>
            </a:r>
          </a:p>
          <a:p>
            <a:r>
              <a:t>https://docs.originlab.com/tutorials/peakfitting-baseline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形 6">
            <a:extLst>
              <a:ext uri="{FF2B5EF4-FFF2-40B4-BE49-F238E27FC236}">
                <a16:creationId xmlns:a16="http://schemas.microsoft.com/office/drawing/2014/main" id="{18E50F89-F516-47FA-A1B4-2622D5014C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940754"/>
          </a:xfrm>
          <a:prstGeom prst="rect">
            <a:avLst/>
          </a:pr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EC0D3DF5-519A-40A6-9018-ACD4133FADC4}"/>
              </a:ext>
            </a:extLst>
          </p:cNvPr>
          <p:cNvSpPr>
            <a:spLocks noGrp="1"/>
          </p:cNvSpPr>
          <p:nvPr/>
        </p:nvSpPr>
        <p:spPr>
          <a:xfrm>
            <a:off x="0" y="4925558"/>
            <a:ext cx="12192000" cy="148091"/>
          </a:xfrm>
          <a:prstGeom prst="rect">
            <a:avLst/>
          </a:prstGeom>
          <a:gradFill flip="none" rotWithShape="1">
            <a:gsLst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E9B5F54-C646-4EFC-BEB6-BB4639BDB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571" y="1139131"/>
            <a:ext cx="10014858" cy="1182916"/>
          </a:xfrm>
        </p:spPr>
        <p:txBody>
          <a:bodyPr anchor="ctr">
            <a:normAutofit/>
          </a:bodyPr>
          <a:lstStyle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D54F37-1C21-4F62-8F23-A5DA18CE7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06856"/>
            <a:ext cx="9144000" cy="602342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C60527-387D-4F80-A4CF-F30D88105C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C36F1-92E5-48C9-ADB5-4765A43EF8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67FB7E-8BED-4122-A581-1EE250AEF3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矩形 160">
            <a:extLst>
              <a:ext uri="{FF2B5EF4-FFF2-40B4-BE49-F238E27FC236}">
                <a16:creationId xmlns:a16="http://schemas.microsoft.com/office/drawing/2014/main" id="{771F1C1E-CDE0-4FB9-B87C-4F9190F424B5}"/>
              </a:ext>
            </a:extLst>
          </p:cNvPr>
          <p:cNvSpPr>
            <a:spLocks noGrp="1"/>
          </p:cNvSpPr>
          <p:nvPr/>
        </p:nvSpPr>
        <p:spPr>
          <a:xfrm>
            <a:off x="0" y="4235772"/>
            <a:ext cx="12192000" cy="2622227"/>
          </a:xfrm>
          <a:prstGeom prst="rect">
            <a:avLst/>
          </a:prstGeom>
          <a:solidFill>
            <a:schemeClr val="bg1">
              <a:alpha val="75000"/>
            </a:schemeClr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60+">
            <a:extLst>
              <a:ext uri="{FF2B5EF4-FFF2-40B4-BE49-F238E27FC236}">
                <a16:creationId xmlns:a16="http://schemas.microsoft.com/office/drawing/2014/main" id="{CCEB20B1-531C-4853-B06B-559DA2681C2C}"/>
              </a:ext>
            </a:extLst>
          </p:cNvPr>
          <p:cNvSpPr>
            <a:spLocks noGrp="1"/>
          </p:cNvSpPr>
          <p:nvPr/>
        </p:nvSpPr>
        <p:spPr>
          <a:xfrm>
            <a:off x="-10161" y="4630994"/>
            <a:ext cx="12192000" cy="222700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3">
                  <a:lumMod val="16000"/>
                  <a:lumOff val="84000"/>
                  <a:alpha val="55000"/>
                </a:schemeClr>
              </a:gs>
            </a:gsLst>
            <a:lin ang="8100000" scaled="1"/>
            <a:tileRect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图形 6">
            <a:extLst>
              <a:ext uri="{FF2B5EF4-FFF2-40B4-BE49-F238E27FC236}">
                <a16:creationId xmlns:a16="http://schemas.microsoft.com/office/drawing/2014/main" id="{AA8931C3-8428-4EC0-B5FA-4B112E224F9A}"/>
              </a:ext>
            </a:extLst>
          </p:cNvPr>
          <p:cNvSpPr>
            <a:spLocks noGrp="1"/>
          </p:cNvSpPr>
          <p:nvPr/>
        </p:nvSpPr>
        <p:spPr>
          <a:xfrm>
            <a:off x="0" y="1435311"/>
            <a:ext cx="12192000" cy="3195684"/>
          </a:xfrm>
          <a:prstGeom prst="rect">
            <a:avLst/>
          </a:pr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B1F8A34-53B4-4A0B-BA83-9395D0C34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571" y="2441695"/>
            <a:ext cx="10014858" cy="1182916"/>
          </a:xfrm>
        </p:spPr>
        <p:txBody>
          <a:bodyPr anchor="ctr">
            <a:normAutofit/>
          </a:bodyPr>
          <a:lstStyle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形 6">
            <a:extLst>
              <a:ext uri="{FF2B5EF4-FFF2-40B4-BE49-F238E27FC236}">
                <a16:creationId xmlns:a16="http://schemas.microsoft.com/office/drawing/2014/main" id="{617858F2-E124-4952-B874-DDE3151830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940935"/>
          </a:xfrm>
          <a:custGeom>
            <a:avLst/>
            <a:gdLst>
              <a:gd name="connsiteX0" fmla="*/ 2392871 w 2392965"/>
              <a:gd name="connsiteY0" fmla="*/ 892493 h 1114353"/>
              <a:gd name="connsiteX1" fmla="*/ 1811560 w 2392965"/>
              <a:gd name="connsiteY1" fmla="*/ 923735 h 1114353"/>
              <a:gd name="connsiteX2" fmla="*/ 556070 w 2392965"/>
              <a:gd name="connsiteY2" fmla="*/ 1113377 h 1114353"/>
              <a:gd name="connsiteX3" fmla="*/ 0 w 2392965"/>
              <a:gd name="connsiteY3" fmla="*/ 1073944 h 1114353"/>
              <a:gd name="connsiteX4" fmla="*/ 0 w 2392965"/>
              <a:gd name="connsiteY4" fmla="*/ 0 h 1114353"/>
              <a:gd name="connsiteX5" fmla="*/ 2391061 w 2392965"/>
              <a:gd name="connsiteY5" fmla="*/ 0 h 1114353"/>
              <a:gd name="connsiteX6" fmla="*/ 2392966 w 2392965"/>
              <a:gd name="connsiteY6" fmla="*/ 892493 h 1114353"/>
            </a:gdLst>
            <a:ahLst/>
            <a:cxnLst/>
            <a:rect l="l" t="t" r="r" b="b"/>
            <a:pathLst>
              <a:path w="2392965" h="1114353">
                <a:moveTo>
                  <a:pt x="2392871" y="892493"/>
                </a:moveTo>
                <a:cubicBezTo>
                  <a:pt x="2276094" y="889159"/>
                  <a:pt x="2026634" y="882110"/>
                  <a:pt x="1811560" y="923735"/>
                </a:cubicBezTo>
                <a:cubicBezTo>
                  <a:pt x="1524286" y="979361"/>
                  <a:pt x="1045083" y="1127760"/>
                  <a:pt x="556070" y="1113377"/>
                </a:cubicBezTo>
                <a:cubicBezTo>
                  <a:pt x="124492" y="1100709"/>
                  <a:pt x="0" y="1073944"/>
                  <a:pt x="0" y="1073944"/>
                </a:cubicBezTo>
                <a:lnTo>
                  <a:pt x="0" y="0"/>
                </a:lnTo>
                <a:lnTo>
                  <a:pt x="2391061" y="0"/>
                </a:lnTo>
                <a:lnTo>
                  <a:pt x="2392966" y="892493"/>
                </a:lnTo>
                <a:close/>
              </a:path>
            </a:pathLst>
          </a:cu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9A627882-C8BF-4E0A-B801-36D546482F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2178685"/>
            <a:ext cx="7843520" cy="2764790"/>
          </a:xfrm>
        </p:spPr>
      </p:pic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DD89E2CA-DA67-4439-BD4B-B52D0172D85A}"/>
              </a:ext>
            </a:extLst>
          </p:cNvPr>
          <p:cNvSpPr>
            <a:spLocks noGrp="1"/>
          </p:cNvSpPr>
          <p:nvPr/>
        </p:nvSpPr>
        <p:spPr>
          <a:xfrm>
            <a:off x="0" y="3945255"/>
            <a:ext cx="12192000" cy="1186815"/>
          </a:xfrm>
          <a:custGeom>
            <a:avLst/>
            <a:gdLst>
              <a:gd name="connsiteX0" fmla="*/ 11281874 w 12192005"/>
              <a:gd name="connsiteY0" fmla="*/ 340 h 1187027"/>
              <a:gd name="connsiteX1" fmla="*/ 12191521 w 12192005"/>
              <a:gd name="connsiteY1" fmla="*/ 11670 h 1187027"/>
              <a:gd name="connsiteX2" fmla="*/ 12191535 w 12192005"/>
              <a:gd name="connsiteY2" fmla="*/ 11670 h 1187027"/>
              <a:gd name="connsiteX3" fmla="*/ 12192005 w 12192005"/>
              <a:gd name="connsiteY3" fmla="*/ 203355 h 1187027"/>
              <a:gd name="connsiteX4" fmla="*/ 12191521 w 12192005"/>
              <a:gd name="connsiteY4" fmla="*/ 203355 h 1187027"/>
              <a:gd name="connsiteX5" fmla="*/ 9229780 w 12192005"/>
              <a:gd name="connsiteY5" fmla="*/ 341874 h 1187027"/>
              <a:gd name="connsiteX6" fmla="*/ 2833140 w 12192005"/>
              <a:gd name="connsiteY6" fmla="*/ 1182698 h 1187027"/>
              <a:gd name="connsiteX7" fmla="*/ 0 w 12192005"/>
              <a:gd name="connsiteY7" fmla="*/ 1007862 h 1187027"/>
              <a:gd name="connsiteX8" fmla="*/ 0 w 12192005"/>
              <a:gd name="connsiteY8" fmla="*/ 816177 h 1187027"/>
              <a:gd name="connsiteX9" fmla="*/ 2833140 w 12192005"/>
              <a:gd name="connsiteY9" fmla="*/ 991013 h 1187027"/>
              <a:gd name="connsiteX10" fmla="*/ 9229780 w 12192005"/>
              <a:gd name="connsiteY10" fmla="*/ 150189 h 1187027"/>
              <a:gd name="connsiteX11" fmla="*/ 11281874 w 12192005"/>
              <a:gd name="connsiteY11" fmla="*/ 340 h 1187027"/>
            </a:gdLst>
            <a:ahLst/>
            <a:cxnLst/>
            <a:rect l="l" t="t" r="r" b="b"/>
            <a:pathLst>
              <a:path w="12192005" h="1187027">
                <a:moveTo>
                  <a:pt x="11281874" y="340"/>
                </a:moveTo>
                <a:cubicBezTo>
                  <a:pt x="11650229" y="-1733"/>
                  <a:pt x="11968407" y="6127"/>
                  <a:pt x="12191521" y="11670"/>
                </a:cubicBezTo>
                <a:lnTo>
                  <a:pt x="12191535" y="11670"/>
                </a:lnTo>
                <a:lnTo>
                  <a:pt x="12192005" y="203355"/>
                </a:lnTo>
                <a:lnTo>
                  <a:pt x="12191521" y="203355"/>
                </a:lnTo>
                <a:cubicBezTo>
                  <a:pt x="11596550" y="188573"/>
                  <a:pt x="10325568" y="157320"/>
                  <a:pt x="9229780" y="341874"/>
                </a:cubicBezTo>
                <a:cubicBezTo>
                  <a:pt x="7766138" y="588506"/>
                  <a:pt x="5324630" y="1246468"/>
                  <a:pt x="2833140" y="1182698"/>
                </a:cubicBezTo>
                <a:cubicBezTo>
                  <a:pt x="634279" y="1126531"/>
                  <a:pt x="0" y="1007862"/>
                  <a:pt x="0" y="1007862"/>
                </a:cubicBezTo>
                <a:lnTo>
                  <a:pt x="0" y="816177"/>
                </a:lnTo>
                <a:cubicBezTo>
                  <a:pt x="0" y="816177"/>
                  <a:pt x="634279" y="934846"/>
                  <a:pt x="2833140" y="991013"/>
                </a:cubicBezTo>
                <a:cubicBezTo>
                  <a:pt x="5324630" y="1054783"/>
                  <a:pt x="7766138" y="396821"/>
                  <a:pt x="9229780" y="150189"/>
                </a:cubicBezTo>
                <a:cubicBezTo>
                  <a:pt x="9914648" y="34843"/>
                  <a:pt x="10667950" y="3796"/>
                  <a:pt x="11281874" y="340"/>
                </a:cubicBezTo>
                <a:close/>
              </a:path>
            </a:pathLst>
          </a:custGeom>
          <a:gradFill flip="none" rotWithShape="1">
            <a:gsLst>
              <a:gs pos="0">
                <a:srgbClr val="FFFEFE"/>
              </a:gs>
              <a:gs pos="42000">
                <a:srgbClr val="F9EFE3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wrap="square" anchor="ctr">
            <a:noAutofit/>
          </a:bodyPr>
          <a:lstStyle/>
          <a:p>
            <a:endParaRPr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6BBED1-E4C7-4ABE-BE3F-EE8CC3C753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A2EB1E-1FC9-4882-8D79-C7F72002E46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DC7CD2-CED3-47DE-BD37-FC34B2D3A7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D675F954-2B67-4126-9ABB-F5349BC3D5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332" y="273748"/>
            <a:ext cx="3758048" cy="738188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95C404D3-7235-499C-9356-8183C1A0B6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700000">
            <a:off x="9845288" y="208238"/>
            <a:ext cx="2401315" cy="170004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CE8D685-F9A4-400A-B113-F258A401AC6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9706"/>
          <a:stretch>
            <a:fillRect/>
          </a:stretch>
        </p:blipFill>
        <p:spPr>
          <a:xfrm>
            <a:off x="4424561" y="-97236"/>
            <a:ext cx="3111762" cy="1036406"/>
          </a:xfrm>
          <a:prstGeom prst="rect">
            <a:avLst/>
          </a:prstGeom>
        </p:spPr>
      </p:pic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194F28DD-EE52-4EBC-B02A-C3B2ADB4DEB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872751" y="1843897"/>
            <a:ext cx="8175171" cy="1244600"/>
          </a:xfrm>
        </p:spPr>
        <p:txBody>
          <a:bodyPr anchor="ctr"/>
          <a:lstStyle>
            <a:lvl1pPr algn="ctr">
              <a:buNone/>
              <a:defRPr sz="6400" kern="1200" spc="3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点击输入章节标题</a:t>
            </a:r>
          </a:p>
        </p:txBody>
      </p:sp>
      <p:sp>
        <p:nvSpPr>
          <p:cNvPr id="27" name="内容占位符 26">
            <a:extLst>
              <a:ext uri="{FF2B5EF4-FFF2-40B4-BE49-F238E27FC236}">
                <a16:creationId xmlns:a16="http://schemas.microsoft.com/office/drawing/2014/main" id="{592A6388-78D3-49A1-B6F3-347583C4951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873500" y="3089275"/>
            <a:ext cx="8174038" cy="513379"/>
          </a:xfrm>
        </p:spPr>
        <p:txBody>
          <a:bodyPr anchor="ctr">
            <a:normAutofit/>
          </a:bodyPr>
          <a:lstStyle>
            <a:lvl1pPr algn="ctr">
              <a:buNone/>
              <a:defRPr sz="24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Click to Enter Chapter Title</a:t>
            </a:r>
          </a:p>
        </p:txBody>
      </p:sp>
      <p:sp>
        <p:nvSpPr>
          <p:cNvPr id="35" name="任意多边形: 形状 9">
            <a:extLst>
              <a:ext uri="{FF2B5EF4-FFF2-40B4-BE49-F238E27FC236}">
                <a16:creationId xmlns:a16="http://schemas.microsoft.com/office/drawing/2014/main" id="{7557942A-8A43-446F-828E-07CA9CEC5839}"/>
              </a:ext>
            </a:extLst>
          </p:cNvPr>
          <p:cNvSpPr>
            <a:spLocks noGrp="1"/>
          </p:cNvSpPr>
          <p:nvPr/>
        </p:nvSpPr>
        <p:spPr>
          <a:xfrm>
            <a:off x="4464223" y="724017"/>
            <a:ext cx="108255" cy="35634"/>
          </a:xfrm>
          <a:custGeom>
            <a:avLst/>
            <a:gdLst>
              <a:gd name="connsiteX0" fmla="*/ 8624 w 108255"/>
              <a:gd name="connsiteY0" fmla="*/ 0 h 35634"/>
              <a:gd name="connsiteX1" fmla="*/ 51 w 108255"/>
              <a:gd name="connsiteY1" fmla="*/ 12668 h 35634"/>
              <a:gd name="connsiteX2" fmla="*/ 23483 w 108255"/>
              <a:gd name="connsiteY2" fmla="*/ 31337 h 35634"/>
              <a:gd name="connsiteX3" fmla="*/ 62916 w 108255"/>
              <a:gd name="connsiteY3" fmla="*/ 35624 h 35634"/>
              <a:gd name="connsiteX4" fmla="*/ 108255 w 108255"/>
              <a:gd name="connsiteY4" fmla="*/ 29718 h 35634"/>
              <a:gd name="connsiteX5" fmla="*/ 39771 w 108255"/>
              <a:gd name="connsiteY5" fmla="*/ 10954 h 35634"/>
              <a:gd name="connsiteX6" fmla="*/ 8624 w 108255"/>
              <a:gd name="connsiteY6" fmla="*/ 0 h 35634"/>
            </a:gdLst>
            <a:ahLst/>
            <a:cxnLst/>
            <a:rect l="l" t="t" r="r" b="b"/>
            <a:pathLst>
              <a:path w="108255" h="35634">
                <a:moveTo>
                  <a:pt x="8624" y="0"/>
                </a:moveTo>
                <a:cubicBezTo>
                  <a:pt x="3766" y="2096"/>
                  <a:pt x="-520" y="6858"/>
                  <a:pt x="51" y="12668"/>
                </a:cubicBezTo>
                <a:cubicBezTo>
                  <a:pt x="1099" y="23717"/>
                  <a:pt x="12720" y="28099"/>
                  <a:pt x="23483" y="31337"/>
                </a:cubicBezTo>
                <a:cubicBezTo>
                  <a:pt x="36627" y="35243"/>
                  <a:pt x="50724" y="35719"/>
                  <a:pt x="62916" y="35624"/>
                </a:cubicBezTo>
                <a:cubicBezTo>
                  <a:pt x="75489" y="35433"/>
                  <a:pt x="89015" y="34766"/>
                  <a:pt x="108255" y="29718"/>
                </a:cubicBezTo>
                <a:cubicBezTo>
                  <a:pt x="86157" y="24860"/>
                  <a:pt x="63202" y="18574"/>
                  <a:pt x="39771" y="10954"/>
                </a:cubicBezTo>
                <a:cubicBezTo>
                  <a:pt x="28341" y="7239"/>
                  <a:pt x="18054" y="3620"/>
                  <a:pt x="8624" y="0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6" name="任意多边形: 形状 11">
            <a:extLst>
              <a:ext uri="{FF2B5EF4-FFF2-40B4-BE49-F238E27FC236}">
                <a16:creationId xmlns:a16="http://schemas.microsoft.com/office/drawing/2014/main" id="{AB3534CE-ADBF-4FCE-8CD1-DA83E560E2A3}"/>
              </a:ext>
            </a:extLst>
          </p:cNvPr>
          <p:cNvSpPr>
            <a:spLocks noGrp="1"/>
          </p:cNvSpPr>
          <p:nvPr/>
        </p:nvSpPr>
        <p:spPr>
          <a:xfrm>
            <a:off x="4361074" y="572876"/>
            <a:ext cx="204070" cy="172762"/>
          </a:xfrm>
          <a:custGeom>
            <a:avLst/>
            <a:gdLst>
              <a:gd name="connsiteX0" fmla="*/ 204070 w 204070"/>
              <a:gd name="connsiteY0" fmla="*/ 172763 h 172762"/>
              <a:gd name="connsiteX1" fmla="*/ 117393 w 204070"/>
              <a:gd name="connsiteY1" fmla="*/ 101325 h 172762"/>
              <a:gd name="connsiteX2" fmla="*/ 45384 w 204070"/>
              <a:gd name="connsiteY2" fmla="*/ 1217 h 172762"/>
              <a:gd name="connsiteX3" fmla="*/ 19857 w 204070"/>
              <a:gd name="connsiteY3" fmla="*/ 2646 h 172762"/>
              <a:gd name="connsiteX4" fmla="*/ 140 w 204070"/>
              <a:gd name="connsiteY4" fmla="*/ 39032 h 172762"/>
              <a:gd name="connsiteX5" fmla="*/ 19952 w 204070"/>
              <a:gd name="connsiteY5" fmla="*/ 81894 h 172762"/>
              <a:gd name="connsiteX6" fmla="*/ 31287 w 204070"/>
              <a:gd name="connsiteY6" fmla="*/ 93134 h 172762"/>
              <a:gd name="connsiteX7" fmla="*/ 33573 w 204070"/>
              <a:gd name="connsiteY7" fmla="*/ 95229 h 172762"/>
              <a:gd name="connsiteX8" fmla="*/ 87770 w 204070"/>
              <a:gd name="connsiteY8" fmla="*/ 134186 h 172762"/>
              <a:gd name="connsiteX9" fmla="*/ 144920 w 204070"/>
              <a:gd name="connsiteY9" fmla="*/ 155999 h 172762"/>
              <a:gd name="connsiteX10" fmla="*/ 204070 w 204070"/>
              <a:gd name="connsiteY10" fmla="*/ 172667 h 172762"/>
            </a:gdLst>
            <a:ahLst/>
            <a:cxnLst/>
            <a:rect l="l" t="t" r="r" b="b"/>
            <a:pathLst>
              <a:path w="204070" h="172762">
                <a:moveTo>
                  <a:pt x="204070" y="172763"/>
                </a:moveTo>
                <a:cubicBezTo>
                  <a:pt x="174828" y="155332"/>
                  <a:pt x="146349" y="131900"/>
                  <a:pt x="117393" y="101325"/>
                </a:cubicBezTo>
                <a:cubicBezTo>
                  <a:pt x="83198" y="65130"/>
                  <a:pt x="60719" y="33888"/>
                  <a:pt x="45384" y="1217"/>
                </a:cubicBezTo>
                <a:cubicBezTo>
                  <a:pt x="31763" y="-1450"/>
                  <a:pt x="25095" y="836"/>
                  <a:pt x="19857" y="2646"/>
                </a:cubicBezTo>
                <a:cubicBezTo>
                  <a:pt x="3759" y="8361"/>
                  <a:pt x="-908" y="25220"/>
                  <a:pt x="140" y="39032"/>
                </a:cubicBezTo>
                <a:cubicBezTo>
                  <a:pt x="1283" y="54367"/>
                  <a:pt x="7760" y="68369"/>
                  <a:pt x="19952" y="81894"/>
                </a:cubicBezTo>
                <a:cubicBezTo>
                  <a:pt x="23476" y="85799"/>
                  <a:pt x="27477" y="89514"/>
                  <a:pt x="31287" y="93134"/>
                </a:cubicBezTo>
                <a:lnTo>
                  <a:pt x="33573" y="95229"/>
                </a:lnTo>
                <a:cubicBezTo>
                  <a:pt x="53385" y="113898"/>
                  <a:pt x="70530" y="126281"/>
                  <a:pt x="87770" y="134186"/>
                </a:cubicBezTo>
                <a:cubicBezTo>
                  <a:pt x="103867" y="141616"/>
                  <a:pt x="121965" y="148474"/>
                  <a:pt x="144920" y="155999"/>
                </a:cubicBezTo>
                <a:cubicBezTo>
                  <a:pt x="165018" y="162571"/>
                  <a:pt x="184830" y="168191"/>
                  <a:pt x="204070" y="172667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7" name="任意多边形: 形状 14">
            <a:extLst>
              <a:ext uri="{FF2B5EF4-FFF2-40B4-BE49-F238E27FC236}">
                <a16:creationId xmlns:a16="http://schemas.microsoft.com/office/drawing/2014/main" id="{17FE9994-0442-4360-8B31-837FBD09A8FF}"/>
              </a:ext>
            </a:extLst>
          </p:cNvPr>
          <p:cNvSpPr>
            <a:spLocks noGrp="1"/>
          </p:cNvSpPr>
          <p:nvPr/>
        </p:nvSpPr>
        <p:spPr>
          <a:xfrm>
            <a:off x="4482696" y="362216"/>
            <a:ext cx="112832" cy="382184"/>
          </a:xfrm>
          <a:custGeom>
            <a:avLst/>
            <a:gdLst>
              <a:gd name="connsiteX0" fmla="*/ 95497 w 112832"/>
              <a:gd name="connsiteY0" fmla="*/ 121961 h 382184"/>
              <a:gd name="connsiteX1" fmla="*/ 97687 w 112832"/>
              <a:gd name="connsiteY1" fmla="*/ 98435 h 382184"/>
              <a:gd name="connsiteX2" fmla="*/ 107879 w 112832"/>
              <a:gd name="connsiteY2" fmla="*/ 37094 h 382184"/>
              <a:gd name="connsiteX3" fmla="*/ 112832 w 112832"/>
              <a:gd name="connsiteY3" fmla="*/ 22711 h 382184"/>
              <a:gd name="connsiteX4" fmla="*/ 84257 w 112832"/>
              <a:gd name="connsiteY4" fmla="*/ 4518 h 382184"/>
              <a:gd name="connsiteX5" fmla="*/ 38728 w 112832"/>
              <a:gd name="connsiteY5" fmla="*/ 6899 h 382184"/>
              <a:gd name="connsiteX6" fmla="*/ 1390 w 112832"/>
              <a:gd name="connsiteY6" fmla="*/ 69764 h 382184"/>
              <a:gd name="connsiteX7" fmla="*/ 16439 w 112832"/>
              <a:gd name="connsiteY7" fmla="*/ 205686 h 382184"/>
              <a:gd name="connsiteX8" fmla="*/ 63302 w 112832"/>
              <a:gd name="connsiteY8" fmla="*/ 330273 h 382184"/>
              <a:gd name="connsiteX9" fmla="*/ 98545 w 112832"/>
              <a:gd name="connsiteY9" fmla="*/ 382184 h 382184"/>
              <a:gd name="connsiteX10" fmla="*/ 90067 w 112832"/>
              <a:gd name="connsiteY10" fmla="*/ 235880 h 382184"/>
              <a:gd name="connsiteX11" fmla="*/ 95497 w 112832"/>
              <a:gd name="connsiteY11" fmla="*/ 121866 h 382184"/>
            </a:gdLst>
            <a:ahLst/>
            <a:cxnLst/>
            <a:rect l="l" t="t" r="r" b="b"/>
            <a:pathLst>
              <a:path w="112832" h="382184">
                <a:moveTo>
                  <a:pt x="95497" y="121961"/>
                </a:moveTo>
                <a:cubicBezTo>
                  <a:pt x="96163" y="115103"/>
                  <a:pt x="96925" y="107769"/>
                  <a:pt x="97687" y="98435"/>
                </a:cubicBezTo>
                <a:cubicBezTo>
                  <a:pt x="99116" y="81099"/>
                  <a:pt x="101497" y="58525"/>
                  <a:pt x="107879" y="37094"/>
                </a:cubicBezTo>
                <a:cubicBezTo>
                  <a:pt x="109403" y="31950"/>
                  <a:pt x="111118" y="27283"/>
                  <a:pt x="112832" y="22711"/>
                </a:cubicBezTo>
                <a:cubicBezTo>
                  <a:pt x="106831" y="17663"/>
                  <a:pt x="95116" y="9281"/>
                  <a:pt x="84257" y="4518"/>
                </a:cubicBezTo>
                <a:cubicBezTo>
                  <a:pt x="68731" y="-2245"/>
                  <a:pt x="53015" y="-1387"/>
                  <a:pt x="38728" y="6899"/>
                </a:cubicBezTo>
                <a:cubicBezTo>
                  <a:pt x="18820" y="18425"/>
                  <a:pt x="4152" y="43190"/>
                  <a:pt x="1390" y="69764"/>
                </a:cubicBezTo>
                <a:cubicBezTo>
                  <a:pt x="-3849" y="118818"/>
                  <a:pt x="6724" y="168158"/>
                  <a:pt x="16439" y="205686"/>
                </a:cubicBezTo>
                <a:cubicBezTo>
                  <a:pt x="28155" y="250739"/>
                  <a:pt x="44347" y="293793"/>
                  <a:pt x="63302" y="330273"/>
                </a:cubicBezTo>
                <a:cubicBezTo>
                  <a:pt x="74351" y="351419"/>
                  <a:pt x="85876" y="368469"/>
                  <a:pt x="98545" y="382184"/>
                </a:cubicBezTo>
                <a:cubicBezTo>
                  <a:pt x="93877" y="341036"/>
                  <a:pt x="89115" y="289030"/>
                  <a:pt x="90067" y="235880"/>
                </a:cubicBezTo>
                <a:cubicBezTo>
                  <a:pt x="91401" y="163300"/>
                  <a:pt x="93211" y="145012"/>
                  <a:pt x="95497" y="121866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8" name="任意多边形: 形状 15">
            <a:extLst>
              <a:ext uri="{FF2B5EF4-FFF2-40B4-BE49-F238E27FC236}">
                <a16:creationId xmlns:a16="http://schemas.microsoft.com/office/drawing/2014/main" id="{3FF5C114-FA08-43ED-AD1B-EF820CE62B36}"/>
              </a:ext>
            </a:extLst>
          </p:cNvPr>
          <p:cNvSpPr>
            <a:spLocks noGrp="1"/>
          </p:cNvSpPr>
          <p:nvPr/>
        </p:nvSpPr>
        <p:spPr>
          <a:xfrm>
            <a:off x="4578926" y="339269"/>
            <a:ext cx="142405" cy="404369"/>
          </a:xfrm>
          <a:custGeom>
            <a:avLst/>
            <a:gdLst>
              <a:gd name="connsiteX0" fmla="*/ 117568 w 142405"/>
              <a:gd name="connsiteY0" fmla="*/ 169578 h 404369"/>
              <a:gd name="connsiteX1" fmla="*/ 125283 w 142405"/>
              <a:gd name="connsiteY1" fmla="*/ 147099 h 404369"/>
              <a:gd name="connsiteX2" fmla="*/ 140809 w 142405"/>
              <a:gd name="connsiteY2" fmla="*/ 88234 h 404369"/>
              <a:gd name="connsiteX3" fmla="*/ 134522 w 142405"/>
              <a:gd name="connsiteY3" fmla="*/ 29370 h 404369"/>
              <a:gd name="connsiteX4" fmla="*/ 95089 w 142405"/>
              <a:gd name="connsiteY4" fmla="*/ 1462 h 404369"/>
              <a:gd name="connsiteX5" fmla="*/ 94136 w 142405"/>
              <a:gd name="connsiteY5" fmla="*/ 1271 h 404369"/>
              <a:gd name="connsiteX6" fmla="*/ 47559 w 142405"/>
              <a:gd name="connsiteY6" fmla="*/ 10796 h 404369"/>
              <a:gd name="connsiteX7" fmla="*/ 17651 w 142405"/>
              <a:gd name="connsiteY7" fmla="*/ 61850 h 404369"/>
              <a:gd name="connsiteX8" fmla="*/ 7649 w 142405"/>
              <a:gd name="connsiteY8" fmla="*/ 121858 h 404369"/>
              <a:gd name="connsiteX9" fmla="*/ 5459 w 142405"/>
              <a:gd name="connsiteY9" fmla="*/ 145480 h 404369"/>
              <a:gd name="connsiteX10" fmla="*/ 125 w 142405"/>
              <a:gd name="connsiteY10" fmla="*/ 259018 h 404369"/>
              <a:gd name="connsiteX11" fmla="*/ 8507 w 142405"/>
              <a:gd name="connsiteY11" fmla="*/ 404369 h 404369"/>
              <a:gd name="connsiteX12" fmla="*/ 75848 w 142405"/>
              <a:gd name="connsiteY12" fmla="*/ 275210 h 404369"/>
              <a:gd name="connsiteX13" fmla="*/ 117568 w 142405"/>
              <a:gd name="connsiteY13" fmla="*/ 169483 h 404369"/>
            </a:gdLst>
            <a:ahLst/>
            <a:cxnLst/>
            <a:rect l="l" t="t" r="r" b="b"/>
            <a:pathLst>
              <a:path w="142405" h="404369">
                <a:moveTo>
                  <a:pt x="117568" y="169578"/>
                </a:moveTo>
                <a:cubicBezTo>
                  <a:pt x="119759" y="163006"/>
                  <a:pt x="122140" y="155957"/>
                  <a:pt x="125283" y="147099"/>
                </a:cubicBezTo>
                <a:cubicBezTo>
                  <a:pt x="130998" y="131002"/>
                  <a:pt x="137952" y="109856"/>
                  <a:pt x="140809" y="88234"/>
                </a:cubicBezTo>
                <a:cubicBezTo>
                  <a:pt x="144238" y="62612"/>
                  <a:pt x="142142" y="43372"/>
                  <a:pt x="134522" y="29370"/>
                </a:cubicBezTo>
                <a:cubicBezTo>
                  <a:pt x="126998" y="15559"/>
                  <a:pt x="111662" y="4605"/>
                  <a:pt x="95089" y="1462"/>
                </a:cubicBezTo>
                <a:cubicBezTo>
                  <a:pt x="94803" y="1462"/>
                  <a:pt x="94422" y="1366"/>
                  <a:pt x="94136" y="1271"/>
                </a:cubicBezTo>
                <a:cubicBezTo>
                  <a:pt x="77944" y="-2158"/>
                  <a:pt x="59846" y="1462"/>
                  <a:pt x="47559" y="10796"/>
                </a:cubicBezTo>
                <a:cubicBezTo>
                  <a:pt x="34796" y="20416"/>
                  <a:pt x="24985" y="37180"/>
                  <a:pt x="17651" y="61850"/>
                </a:cubicBezTo>
                <a:cubicBezTo>
                  <a:pt x="11459" y="82710"/>
                  <a:pt x="9078" y="104903"/>
                  <a:pt x="7649" y="121858"/>
                </a:cubicBezTo>
                <a:cubicBezTo>
                  <a:pt x="6887" y="131192"/>
                  <a:pt x="6125" y="138526"/>
                  <a:pt x="5459" y="145480"/>
                </a:cubicBezTo>
                <a:cubicBezTo>
                  <a:pt x="3173" y="168530"/>
                  <a:pt x="1458" y="186628"/>
                  <a:pt x="125" y="259018"/>
                </a:cubicBezTo>
                <a:cubicBezTo>
                  <a:pt x="-828" y="311691"/>
                  <a:pt x="3839" y="363507"/>
                  <a:pt x="8507" y="404369"/>
                </a:cubicBezTo>
                <a:cubicBezTo>
                  <a:pt x="29557" y="368936"/>
                  <a:pt x="55084" y="323692"/>
                  <a:pt x="75848" y="275210"/>
                </a:cubicBezTo>
                <a:cubicBezTo>
                  <a:pt x="104328" y="208726"/>
                  <a:pt x="110138" y="191390"/>
                  <a:pt x="117568" y="169483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9" name="任意多边形: 形状 16">
            <a:extLst>
              <a:ext uri="{FF2B5EF4-FFF2-40B4-BE49-F238E27FC236}">
                <a16:creationId xmlns:a16="http://schemas.microsoft.com/office/drawing/2014/main" id="{EE573E9B-DA84-4554-9320-7A950EAAB220}"/>
              </a:ext>
            </a:extLst>
          </p:cNvPr>
          <p:cNvSpPr>
            <a:spLocks noGrp="1"/>
          </p:cNvSpPr>
          <p:nvPr/>
        </p:nvSpPr>
        <p:spPr>
          <a:xfrm>
            <a:off x="4395923" y="422062"/>
            <a:ext cx="174174" cy="319195"/>
          </a:xfrm>
          <a:custGeom>
            <a:avLst/>
            <a:gdLst>
              <a:gd name="connsiteX0" fmla="*/ 87116 w 174174"/>
              <a:gd name="connsiteY0" fmla="*/ 247853 h 319195"/>
              <a:gd name="connsiteX1" fmla="*/ 174174 w 174174"/>
              <a:gd name="connsiteY1" fmla="*/ 319195 h 319195"/>
              <a:gd name="connsiteX2" fmla="*/ 144456 w 174174"/>
              <a:gd name="connsiteY2" fmla="*/ 273380 h 319195"/>
              <a:gd name="connsiteX3" fmla="*/ 97117 w 174174"/>
              <a:gd name="connsiteY3" fmla="*/ 147555 h 319195"/>
              <a:gd name="connsiteX4" fmla="*/ 81782 w 174174"/>
              <a:gd name="connsiteY4" fmla="*/ 10966 h 319195"/>
              <a:gd name="connsiteX5" fmla="*/ 53111 w 174174"/>
              <a:gd name="connsiteY5" fmla="*/ 13 h 319195"/>
              <a:gd name="connsiteX6" fmla="*/ 12344 w 174174"/>
              <a:gd name="connsiteY6" fmla="*/ 22492 h 319195"/>
              <a:gd name="connsiteX7" fmla="*/ 13011 w 174174"/>
              <a:gd name="connsiteY7" fmla="*/ 141935 h 319195"/>
              <a:gd name="connsiteX8" fmla="*/ 87211 w 174174"/>
              <a:gd name="connsiteY8" fmla="*/ 247758 h 319195"/>
            </a:gdLst>
            <a:ahLst/>
            <a:cxnLst/>
            <a:rect l="l" t="t" r="r" b="b"/>
            <a:pathLst>
              <a:path w="174174" h="319195">
                <a:moveTo>
                  <a:pt x="87116" y="247853"/>
                </a:moveTo>
                <a:cubicBezTo>
                  <a:pt x="116167" y="278619"/>
                  <a:pt x="144837" y="302050"/>
                  <a:pt x="174174" y="319195"/>
                </a:cubicBezTo>
                <a:cubicBezTo>
                  <a:pt x="163601" y="306527"/>
                  <a:pt x="153791" y="291382"/>
                  <a:pt x="144456" y="273380"/>
                </a:cubicBezTo>
                <a:cubicBezTo>
                  <a:pt x="125311" y="236518"/>
                  <a:pt x="108928" y="192989"/>
                  <a:pt x="97117" y="147555"/>
                </a:cubicBezTo>
                <a:cubicBezTo>
                  <a:pt x="87306" y="109931"/>
                  <a:pt x="76829" y="60496"/>
                  <a:pt x="81782" y="10966"/>
                </a:cubicBezTo>
                <a:cubicBezTo>
                  <a:pt x="74447" y="4299"/>
                  <a:pt x="62636" y="-273"/>
                  <a:pt x="53111" y="13"/>
                </a:cubicBezTo>
                <a:cubicBezTo>
                  <a:pt x="35109" y="679"/>
                  <a:pt x="21393" y="8204"/>
                  <a:pt x="12344" y="22492"/>
                </a:cubicBezTo>
                <a:cubicBezTo>
                  <a:pt x="-8325" y="55162"/>
                  <a:pt x="533" y="113074"/>
                  <a:pt x="13011" y="141935"/>
                </a:cubicBezTo>
                <a:cubicBezTo>
                  <a:pt x="28061" y="176797"/>
                  <a:pt x="50921" y="209372"/>
                  <a:pt x="87211" y="247758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0" name="任意多边形: 形状 17">
            <a:extLst>
              <a:ext uri="{FF2B5EF4-FFF2-40B4-BE49-F238E27FC236}">
                <a16:creationId xmlns:a16="http://schemas.microsoft.com/office/drawing/2014/main" id="{7D0B0C7E-EAA4-459C-B569-2310AC73FE56}"/>
              </a:ext>
            </a:extLst>
          </p:cNvPr>
          <p:cNvSpPr>
            <a:spLocks noGrp="1"/>
          </p:cNvSpPr>
          <p:nvPr/>
        </p:nvSpPr>
        <p:spPr>
          <a:xfrm>
            <a:off x="4604387" y="503624"/>
            <a:ext cx="269979" cy="244967"/>
          </a:xfrm>
          <a:custGeom>
            <a:avLst/>
            <a:gdLst>
              <a:gd name="connsiteX0" fmla="*/ 45910 w 269979"/>
              <a:gd name="connsiteY0" fmla="*/ 215440 h 244967"/>
              <a:gd name="connsiteX1" fmla="*/ 0 w 269979"/>
              <a:gd name="connsiteY1" fmla="*/ 244967 h 244967"/>
              <a:gd name="connsiteX2" fmla="*/ 108680 w 269979"/>
              <a:gd name="connsiteY2" fmla="*/ 215630 h 244967"/>
              <a:gd name="connsiteX3" fmla="*/ 219742 w 269979"/>
              <a:gd name="connsiteY3" fmla="*/ 149622 h 244967"/>
              <a:gd name="connsiteX4" fmla="*/ 269367 w 269979"/>
              <a:gd name="connsiteY4" fmla="*/ 40942 h 244967"/>
              <a:gd name="connsiteX5" fmla="*/ 241459 w 269979"/>
              <a:gd name="connsiteY5" fmla="*/ 3699 h 244967"/>
              <a:gd name="connsiteX6" fmla="*/ 210788 w 269979"/>
              <a:gd name="connsiteY6" fmla="*/ 1889 h 244967"/>
              <a:gd name="connsiteX7" fmla="*/ 140779 w 269979"/>
              <a:gd name="connsiteY7" fmla="*/ 120094 h 244967"/>
              <a:gd name="connsiteX8" fmla="*/ 45910 w 269979"/>
              <a:gd name="connsiteY8" fmla="*/ 215440 h 244967"/>
            </a:gdLst>
            <a:ahLst/>
            <a:cxnLst/>
            <a:rect l="l" t="t" r="r" b="b"/>
            <a:pathLst>
              <a:path w="269979" h="244967">
                <a:moveTo>
                  <a:pt x="45910" y="215440"/>
                </a:moveTo>
                <a:cubicBezTo>
                  <a:pt x="30004" y="228013"/>
                  <a:pt x="14859" y="237728"/>
                  <a:pt x="0" y="244967"/>
                </a:cubicBezTo>
                <a:cubicBezTo>
                  <a:pt x="33814" y="241348"/>
                  <a:pt x="69532" y="231727"/>
                  <a:pt x="108680" y="215630"/>
                </a:cubicBezTo>
                <a:cubicBezTo>
                  <a:pt x="157544" y="195532"/>
                  <a:pt x="191738" y="175149"/>
                  <a:pt x="219742" y="149622"/>
                </a:cubicBezTo>
                <a:cubicBezTo>
                  <a:pt x="242983" y="128381"/>
                  <a:pt x="274796" y="79137"/>
                  <a:pt x="269367" y="40942"/>
                </a:cubicBezTo>
                <a:cubicBezTo>
                  <a:pt x="266986" y="24178"/>
                  <a:pt x="257556" y="11700"/>
                  <a:pt x="241459" y="3699"/>
                </a:cubicBezTo>
                <a:cubicBezTo>
                  <a:pt x="232981" y="-492"/>
                  <a:pt x="220123" y="-1159"/>
                  <a:pt x="210788" y="1889"/>
                </a:cubicBezTo>
                <a:cubicBezTo>
                  <a:pt x="194977" y="49038"/>
                  <a:pt x="165068" y="89805"/>
                  <a:pt x="140779" y="120094"/>
                </a:cubicBezTo>
                <a:cubicBezTo>
                  <a:pt x="111347" y="156766"/>
                  <a:pt x="78486" y="189722"/>
                  <a:pt x="45910" y="215440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1" name="任意多边形: 形状 18">
            <a:extLst>
              <a:ext uri="{FF2B5EF4-FFF2-40B4-BE49-F238E27FC236}">
                <a16:creationId xmlns:a16="http://schemas.microsoft.com/office/drawing/2014/main" id="{73D2A182-534B-4C7B-95D7-D4C36708ACA2}"/>
              </a:ext>
            </a:extLst>
          </p:cNvPr>
          <p:cNvSpPr>
            <a:spLocks noGrp="1"/>
          </p:cNvSpPr>
          <p:nvPr/>
        </p:nvSpPr>
        <p:spPr>
          <a:xfrm>
            <a:off x="4607244" y="663343"/>
            <a:ext cx="246245" cy="104018"/>
          </a:xfrm>
          <a:custGeom>
            <a:avLst/>
            <a:gdLst>
              <a:gd name="connsiteX0" fmla="*/ 237649 w 246245"/>
              <a:gd name="connsiteY0" fmla="*/ 11811 h 104018"/>
              <a:gd name="connsiteX1" fmla="*/ 214979 w 246245"/>
              <a:gd name="connsiteY1" fmla="*/ 0 h 104018"/>
              <a:gd name="connsiteX2" fmla="*/ 108299 w 246245"/>
              <a:gd name="connsiteY2" fmla="*/ 61817 h 104018"/>
              <a:gd name="connsiteX3" fmla="*/ 0 w 246245"/>
              <a:gd name="connsiteY3" fmla="*/ 91345 h 104018"/>
              <a:gd name="connsiteX4" fmla="*/ 60674 w 246245"/>
              <a:gd name="connsiteY4" fmla="*/ 100394 h 104018"/>
              <a:gd name="connsiteX5" fmla="*/ 121730 w 246245"/>
              <a:gd name="connsiteY5" fmla="*/ 104013 h 104018"/>
              <a:gd name="connsiteX6" fmla="*/ 187166 w 246245"/>
              <a:gd name="connsiteY6" fmla="*/ 90678 h 104018"/>
              <a:gd name="connsiteX7" fmla="*/ 190024 w 246245"/>
              <a:gd name="connsiteY7" fmla="*/ 89725 h 104018"/>
              <a:gd name="connsiteX8" fmla="*/ 204978 w 246245"/>
              <a:gd name="connsiteY8" fmla="*/ 84106 h 104018"/>
              <a:gd name="connsiteX9" fmla="*/ 240697 w 246245"/>
              <a:gd name="connsiteY9" fmla="*/ 53149 h 104018"/>
              <a:gd name="connsiteX10" fmla="*/ 237649 w 246245"/>
              <a:gd name="connsiteY10" fmla="*/ 11906 h 104018"/>
            </a:gdLst>
            <a:ahLst/>
            <a:cxnLst/>
            <a:rect l="l" t="t" r="r" b="b"/>
            <a:pathLst>
              <a:path w="246245" h="104018">
                <a:moveTo>
                  <a:pt x="237649" y="11811"/>
                </a:moveTo>
                <a:cubicBezTo>
                  <a:pt x="233553" y="7906"/>
                  <a:pt x="228505" y="3143"/>
                  <a:pt x="214979" y="0"/>
                </a:cubicBezTo>
                <a:cubicBezTo>
                  <a:pt x="187547" y="23527"/>
                  <a:pt x="154305" y="42863"/>
                  <a:pt x="108299" y="61817"/>
                </a:cubicBezTo>
                <a:cubicBezTo>
                  <a:pt x="69437" y="77819"/>
                  <a:pt x="33814" y="87440"/>
                  <a:pt x="0" y="91345"/>
                </a:cubicBezTo>
                <a:cubicBezTo>
                  <a:pt x="19336" y="95059"/>
                  <a:pt x="39719" y="98107"/>
                  <a:pt x="60674" y="100394"/>
                </a:cubicBezTo>
                <a:cubicBezTo>
                  <a:pt x="84582" y="102965"/>
                  <a:pt x="104013" y="104108"/>
                  <a:pt x="121730" y="104013"/>
                </a:cubicBezTo>
                <a:cubicBezTo>
                  <a:pt x="140684" y="103823"/>
                  <a:pt x="161449" y="99631"/>
                  <a:pt x="187166" y="90678"/>
                </a:cubicBezTo>
                <a:lnTo>
                  <a:pt x="190024" y="89725"/>
                </a:lnTo>
                <a:cubicBezTo>
                  <a:pt x="194977" y="88011"/>
                  <a:pt x="200120" y="86201"/>
                  <a:pt x="204978" y="84106"/>
                </a:cubicBezTo>
                <a:cubicBezTo>
                  <a:pt x="221647" y="76772"/>
                  <a:pt x="233363" y="66675"/>
                  <a:pt x="240697" y="53149"/>
                </a:cubicBezTo>
                <a:cubicBezTo>
                  <a:pt x="247269" y="40957"/>
                  <a:pt x="249936" y="23717"/>
                  <a:pt x="237649" y="11906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2" name="任意多边形: 形状 19">
            <a:extLst>
              <a:ext uri="{FF2B5EF4-FFF2-40B4-BE49-F238E27FC236}">
                <a16:creationId xmlns:a16="http://schemas.microsoft.com/office/drawing/2014/main" id="{C70EA2EC-E6E8-4A05-93F1-BD33941EE19F}"/>
              </a:ext>
            </a:extLst>
          </p:cNvPr>
          <p:cNvSpPr>
            <a:spLocks noGrp="1"/>
          </p:cNvSpPr>
          <p:nvPr/>
        </p:nvSpPr>
        <p:spPr>
          <a:xfrm>
            <a:off x="4597148" y="758974"/>
            <a:ext cx="107015" cy="37138"/>
          </a:xfrm>
          <a:custGeom>
            <a:avLst/>
            <a:gdLst>
              <a:gd name="connsiteX0" fmla="*/ 102965 w 107015"/>
              <a:gd name="connsiteY0" fmla="*/ 13811 h 37138"/>
              <a:gd name="connsiteX1" fmla="*/ 70104 w 107015"/>
              <a:gd name="connsiteY1" fmla="*/ 10954 h 37138"/>
              <a:gd name="connsiteX2" fmla="*/ 0 w 107015"/>
              <a:gd name="connsiteY2" fmla="*/ 0 h 37138"/>
              <a:gd name="connsiteX3" fmla="*/ 38481 w 107015"/>
              <a:gd name="connsiteY3" fmla="*/ 23717 h 37138"/>
              <a:gd name="connsiteX4" fmla="*/ 76676 w 107015"/>
              <a:gd name="connsiteY4" fmla="*/ 36290 h 37138"/>
              <a:gd name="connsiteX5" fmla="*/ 105632 w 107015"/>
              <a:gd name="connsiteY5" fmla="*/ 28861 h 37138"/>
              <a:gd name="connsiteX6" fmla="*/ 102965 w 107015"/>
              <a:gd name="connsiteY6" fmla="*/ 13811 h 37138"/>
            </a:gdLst>
            <a:ahLst/>
            <a:cxnLst/>
            <a:rect l="l" t="t" r="r" b="b"/>
            <a:pathLst>
              <a:path w="107015" h="37138">
                <a:moveTo>
                  <a:pt x="102965" y="13811"/>
                </a:moveTo>
                <a:cubicBezTo>
                  <a:pt x="92869" y="13240"/>
                  <a:pt x="82010" y="12287"/>
                  <a:pt x="70104" y="10954"/>
                </a:cubicBezTo>
                <a:cubicBezTo>
                  <a:pt x="45625" y="8287"/>
                  <a:pt x="22193" y="4667"/>
                  <a:pt x="0" y="0"/>
                </a:cubicBezTo>
                <a:cubicBezTo>
                  <a:pt x="15526" y="12478"/>
                  <a:pt x="27527" y="18669"/>
                  <a:pt x="38481" y="23717"/>
                </a:cubicBezTo>
                <a:cubicBezTo>
                  <a:pt x="50006" y="29051"/>
                  <a:pt x="63055" y="34480"/>
                  <a:pt x="76676" y="36290"/>
                </a:cubicBezTo>
                <a:cubicBezTo>
                  <a:pt x="87820" y="37719"/>
                  <a:pt x="100203" y="38481"/>
                  <a:pt x="105632" y="28861"/>
                </a:cubicBezTo>
                <a:cubicBezTo>
                  <a:pt x="108490" y="23813"/>
                  <a:pt x="106585" y="17717"/>
                  <a:pt x="102965" y="13811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3" name="任意多边形: 形状 20">
            <a:extLst>
              <a:ext uri="{FF2B5EF4-FFF2-40B4-BE49-F238E27FC236}">
                <a16:creationId xmlns:a16="http://schemas.microsoft.com/office/drawing/2014/main" id="{115193A5-7FB1-490E-93B4-E525B2255A2B}"/>
              </a:ext>
            </a:extLst>
          </p:cNvPr>
          <p:cNvSpPr>
            <a:spLocks noGrp="1"/>
          </p:cNvSpPr>
          <p:nvPr/>
        </p:nvSpPr>
        <p:spPr>
          <a:xfrm>
            <a:off x="4592957" y="408349"/>
            <a:ext cx="221392" cy="338622"/>
          </a:xfrm>
          <a:custGeom>
            <a:avLst/>
            <a:gdLst>
              <a:gd name="connsiteX0" fmla="*/ 53435 w 221392"/>
              <a:gd name="connsiteY0" fmla="*/ 305762 h 338622"/>
              <a:gd name="connsiteX1" fmla="*/ 147256 w 221392"/>
              <a:gd name="connsiteY1" fmla="*/ 211369 h 338622"/>
              <a:gd name="connsiteX2" fmla="*/ 216789 w 221392"/>
              <a:gd name="connsiteY2" fmla="*/ 93545 h 338622"/>
              <a:gd name="connsiteX3" fmla="*/ 208502 w 221392"/>
              <a:gd name="connsiteY3" fmla="*/ 20869 h 338622"/>
              <a:gd name="connsiteX4" fmla="*/ 167926 w 221392"/>
              <a:gd name="connsiteY4" fmla="*/ 9 h 338622"/>
              <a:gd name="connsiteX5" fmla="*/ 134398 w 221392"/>
              <a:gd name="connsiteY5" fmla="*/ 4867 h 338622"/>
              <a:gd name="connsiteX6" fmla="*/ 133064 w 221392"/>
              <a:gd name="connsiteY6" fmla="*/ 20012 h 338622"/>
              <a:gd name="connsiteX7" fmla="*/ 117253 w 221392"/>
              <a:gd name="connsiteY7" fmla="*/ 80114 h 338622"/>
              <a:gd name="connsiteX8" fmla="*/ 109538 w 221392"/>
              <a:gd name="connsiteY8" fmla="*/ 102498 h 338622"/>
              <a:gd name="connsiteX9" fmla="*/ 67723 w 221392"/>
              <a:gd name="connsiteY9" fmla="*/ 208702 h 338622"/>
              <a:gd name="connsiteX10" fmla="*/ 0 w 221392"/>
              <a:gd name="connsiteY10" fmla="*/ 338623 h 338622"/>
              <a:gd name="connsiteX11" fmla="*/ 53435 w 221392"/>
              <a:gd name="connsiteY11" fmla="*/ 305762 h 338622"/>
            </a:gdLst>
            <a:ahLst/>
            <a:cxnLst/>
            <a:rect l="l" t="t" r="r" b="b"/>
            <a:pathLst>
              <a:path w="221392" h="338622">
                <a:moveTo>
                  <a:pt x="53435" y="305762"/>
                </a:moveTo>
                <a:cubicBezTo>
                  <a:pt x="85630" y="280330"/>
                  <a:pt x="118110" y="247754"/>
                  <a:pt x="147256" y="211369"/>
                </a:cubicBezTo>
                <a:cubicBezTo>
                  <a:pt x="171545" y="181175"/>
                  <a:pt x="201454" y="140408"/>
                  <a:pt x="216789" y="93545"/>
                </a:cubicBezTo>
                <a:cubicBezTo>
                  <a:pt x="225171" y="68113"/>
                  <a:pt x="221933" y="39538"/>
                  <a:pt x="208502" y="20869"/>
                </a:cubicBezTo>
                <a:cubicBezTo>
                  <a:pt x="198882" y="7439"/>
                  <a:pt x="184880" y="200"/>
                  <a:pt x="167926" y="9"/>
                </a:cubicBezTo>
                <a:cubicBezTo>
                  <a:pt x="156115" y="-181"/>
                  <a:pt x="142018" y="2676"/>
                  <a:pt x="134398" y="4867"/>
                </a:cubicBezTo>
                <a:cubicBezTo>
                  <a:pt x="134112" y="9725"/>
                  <a:pt x="133731" y="14678"/>
                  <a:pt x="133064" y="20012"/>
                </a:cubicBezTo>
                <a:cubicBezTo>
                  <a:pt x="130112" y="42205"/>
                  <a:pt x="123063" y="63827"/>
                  <a:pt x="117253" y="80114"/>
                </a:cubicBezTo>
                <a:cubicBezTo>
                  <a:pt x="114109" y="88973"/>
                  <a:pt x="111728" y="95926"/>
                  <a:pt x="109538" y="102498"/>
                </a:cubicBezTo>
                <a:cubicBezTo>
                  <a:pt x="102108" y="124501"/>
                  <a:pt x="96203" y="141932"/>
                  <a:pt x="67723" y="208702"/>
                </a:cubicBezTo>
                <a:cubicBezTo>
                  <a:pt x="46863" y="257565"/>
                  <a:pt x="21146" y="302999"/>
                  <a:pt x="0" y="338623"/>
                </a:cubicBezTo>
                <a:cubicBezTo>
                  <a:pt x="17145" y="331289"/>
                  <a:pt x="34766" y="320525"/>
                  <a:pt x="53435" y="305762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4BC1CFDB-EF63-43F9-A812-A69930E3797B}"/>
              </a:ext>
            </a:extLst>
          </p:cNvPr>
          <p:cNvSpPr>
            <a:spLocks noGrp="1"/>
          </p:cNvSpPr>
          <p:nvPr/>
        </p:nvSpPr>
        <p:spPr>
          <a:xfrm>
            <a:off x="4389559" y="803943"/>
            <a:ext cx="76250" cy="40500"/>
          </a:xfrm>
          <a:custGeom>
            <a:avLst/>
            <a:gdLst>
              <a:gd name="connsiteX0" fmla="*/ 1765 w 76250"/>
              <a:gd name="connsiteY0" fmla="*/ 24860 h 40500"/>
              <a:gd name="connsiteX1" fmla="*/ 1955 w 76250"/>
              <a:gd name="connsiteY1" fmla="*/ 36385 h 40500"/>
              <a:gd name="connsiteX2" fmla="*/ 24530 w 76250"/>
              <a:gd name="connsiteY2" fmla="*/ 37814 h 40500"/>
              <a:gd name="connsiteX3" fmla="*/ 50723 w 76250"/>
              <a:gd name="connsiteY3" fmla="*/ 23336 h 40500"/>
              <a:gd name="connsiteX4" fmla="*/ 76250 w 76250"/>
              <a:gd name="connsiteY4" fmla="*/ 0 h 40500"/>
              <a:gd name="connsiteX5" fmla="*/ 25768 w 76250"/>
              <a:gd name="connsiteY5" fmla="*/ 18098 h 40500"/>
              <a:gd name="connsiteX6" fmla="*/ 1765 w 76250"/>
              <a:gd name="connsiteY6" fmla="*/ 24860 h 40500"/>
            </a:gdLst>
            <a:ahLst/>
            <a:cxnLst/>
            <a:rect l="l" t="t" r="r" b="b"/>
            <a:pathLst>
              <a:path w="76250" h="40500">
                <a:moveTo>
                  <a:pt x="1765" y="24860"/>
                </a:moveTo>
                <a:cubicBezTo>
                  <a:pt x="-331" y="28289"/>
                  <a:pt x="-902" y="33052"/>
                  <a:pt x="1955" y="36385"/>
                </a:cubicBezTo>
                <a:cubicBezTo>
                  <a:pt x="7385" y="42767"/>
                  <a:pt x="16433" y="40481"/>
                  <a:pt x="24530" y="37814"/>
                </a:cubicBezTo>
                <a:cubicBezTo>
                  <a:pt x="34340" y="34576"/>
                  <a:pt x="43294" y="28670"/>
                  <a:pt x="50723" y="23336"/>
                </a:cubicBezTo>
                <a:cubicBezTo>
                  <a:pt x="58439" y="17812"/>
                  <a:pt x="66535" y="11430"/>
                  <a:pt x="76250" y="0"/>
                </a:cubicBezTo>
                <a:cubicBezTo>
                  <a:pt x="60439" y="6572"/>
                  <a:pt x="43580" y="12668"/>
                  <a:pt x="25768" y="18098"/>
                </a:cubicBezTo>
                <a:cubicBezTo>
                  <a:pt x="17100" y="20765"/>
                  <a:pt x="9099" y="22955"/>
                  <a:pt x="1765" y="2486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A769A796-62A6-4E64-A837-0C0DF9D40893}"/>
              </a:ext>
            </a:extLst>
          </p:cNvPr>
          <p:cNvSpPr>
            <a:spLocks noGrp="1"/>
          </p:cNvSpPr>
          <p:nvPr/>
        </p:nvSpPr>
        <p:spPr>
          <a:xfrm>
            <a:off x="4266150" y="764795"/>
            <a:ext cx="191658" cy="65708"/>
          </a:xfrm>
          <a:custGeom>
            <a:avLst/>
            <a:gdLst>
              <a:gd name="connsiteX0" fmla="*/ 191658 w 191658"/>
              <a:gd name="connsiteY0" fmla="*/ 37243 h 65708"/>
              <a:gd name="connsiteX1" fmla="*/ 107076 w 191658"/>
              <a:gd name="connsiteY1" fmla="*/ 30670 h 65708"/>
              <a:gd name="connsiteX2" fmla="*/ 19065 w 191658"/>
              <a:gd name="connsiteY2" fmla="*/ 0 h 65708"/>
              <a:gd name="connsiteX3" fmla="*/ 3920 w 191658"/>
              <a:gd name="connsiteY3" fmla="*/ 12001 h 65708"/>
              <a:gd name="connsiteX4" fmla="*/ 7540 w 191658"/>
              <a:gd name="connsiteY4" fmla="*/ 43053 h 65708"/>
              <a:gd name="connsiteX5" fmla="*/ 38401 w 191658"/>
              <a:gd name="connsiteY5" fmla="*/ 60960 h 65708"/>
              <a:gd name="connsiteX6" fmla="*/ 50307 w 191658"/>
              <a:gd name="connsiteY6" fmla="*/ 62960 h 65708"/>
              <a:gd name="connsiteX7" fmla="*/ 52593 w 191658"/>
              <a:gd name="connsiteY7" fmla="*/ 63341 h 65708"/>
              <a:gd name="connsiteX8" fmla="*/ 103076 w 191658"/>
              <a:gd name="connsiteY8" fmla="*/ 63913 h 65708"/>
              <a:gd name="connsiteX9" fmla="*/ 147843 w 191658"/>
              <a:gd name="connsiteY9" fmla="*/ 52578 h 65708"/>
              <a:gd name="connsiteX10" fmla="*/ 191658 w 191658"/>
              <a:gd name="connsiteY10" fmla="*/ 37243 h 65708"/>
            </a:gdLst>
            <a:ahLst/>
            <a:cxnLst/>
            <a:rect l="l" t="t" r="r" b="b"/>
            <a:pathLst>
              <a:path w="191658" h="65708">
                <a:moveTo>
                  <a:pt x="191658" y="37243"/>
                </a:moveTo>
                <a:cubicBezTo>
                  <a:pt x="166036" y="39148"/>
                  <a:pt x="138223" y="37052"/>
                  <a:pt x="107076" y="30670"/>
                </a:cubicBezTo>
                <a:cubicBezTo>
                  <a:pt x="70214" y="23146"/>
                  <a:pt x="42782" y="13621"/>
                  <a:pt x="19065" y="0"/>
                </a:cubicBezTo>
                <a:cubicBezTo>
                  <a:pt x="9445" y="4286"/>
                  <a:pt x="6397" y="8572"/>
                  <a:pt x="3920" y="12001"/>
                </a:cubicBezTo>
                <a:cubicBezTo>
                  <a:pt x="-3604" y="22574"/>
                  <a:pt x="872" y="34957"/>
                  <a:pt x="7540" y="43053"/>
                </a:cubicBezTo>
                <a:cubicBezTo>
                  <a:pt x="14874" y="52006"/>
                  <a:pt x="24971" y="57912"/>
                  <a:pt x="38401" y="60960"/>
                </a:cubicBezTo>
                <a:cubicBezTo>
                  <a:pt x="42306" y="61817"/>
                  <a:pt x="46402" y="62389"/>
                  <a:pt x="50307" y="62960"/>
                </a:cubicBezTo>
                <a:lnTo>
                  <a:pt x="52593" y="63341"/>
                </a:lnTo>
                <a:cubicBezTo>
                  <a:pt x="72881" y="66294"/>
                  <a:pt x="88979" y="66484"/>
                  <a:pt x="103076" y="63913"/>
                </a:cubicBezTo>
                <a:cubicBezTo>
                  <a:pt x="116220" y="61531"/>
                  <a:pt x="130508" y="57912"/>
                  <a:pt x="147843" y="52578"/>
                </a:cubicBezTo>
                <a:cubicBezTo>
                  <a:pt x="163178" y="47911"/>
                  <a:pt x="177847" y="42767"/>
                  <a:pt x="191658" y="3724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99D00CC5-FD72-41A6-A203-CE53B4508F68}"/>
              </a:ext>
            </a:extLst>
          </p:cNvPr>
          <p:cNvSpPr>
            <a:spLocks noGrp="1"/>
          </p:cNvSpPr>
          <p:nvPr/>
        </p:nvSpPr>
        <p:spPr>
          <a:xfrm>
            <a:off x="4262920" y="565451"/>
            <a:ext cx="204508" cy="228871"/>
          </a:xfrm>
          <a:custGeom>
            <a:avLst/>
            <a:gdLst>
              <a:gd name="connsiteX0" fmla="*/ 89446 w 204508"/>
              <a:gd name="connsiteY0" fmla="*/ 69233 h 228871"/>
              <a:gd name="connsiteX1" fmla="*/ 80588 w 204508"/>
              <a:gd name="connsiteY1" fmla="*/ 53802 h 228871"/>
              <a:gd name="connsiteX2" fmla="*/ 60300 w 204508"/>
              <a:gd name="connsiteY2" fmla="*/ 11416 h 228871"/>
              <a:gd name="connsiteX3" fmla="*/ 57157 w 204508"/>
              <a:gd name="connsiteY3" fmla="*/ 367 h 228871"/>
              <a:gd name="connsiteX4" fmla="*/ 31630 w 204508"/>
              <a:gd name="connsiteY4" fmla="*/ 1510 h 228871"/>
              <a:gd name="connsiteX5" fmla="*/ 4483 w 204508"/>
              <a:gd name="connsiteY5" fmla="*/ 22751 h 228871"/>
              <a:gd name="connsiteX6" fmla="*/ 8674 w 204508"/>
              <a:gd name="connsiteY6" fmla="*/ 77900 h 228871"/>
              <a:gd name="connsiteX7" fmla="*/ 77064 w 204508"/>
              <a:gd name="connsiteY7" fmla="*/ 155434 h 228871"/>
              <a:gd name="connsiteX8" fmla="*/ 160122 w 204508"/>
              <a:gd name="connsiteY8" fmla="*/ 212108 h 228871"/>
              <a:gd name="connsiteX9" fmla="*/ 204508 w 204508"/>
              <a:gd name="connsiteY9" fmla="*/ 228872 h 228871"/>
              <a:gd name="connsiteX10" fmla="*/ 135738 w 204508"/>
              <a:gd name="connsiteY10" fmla="*/ 142099 h 228871"/>
              <a:gd name="connsiteX11" fmla="*/ 89542 w 204508"/>
              <a:gd name="connsiteY11" fmla="*/ 69233 h 228871"/>
            </a:gdLst>
            <a:ahLst/>
            <a:cxnLst/>
            <a:rect l="l" t="t" r="r" b="b"/>
            <a:pathLst>
              <a:path w="204508" h="228871">
                <a:moveTo>
                  <a:pt x="89446" y="69233"/>
                </a:moveTo>
                <a:cubicBezTo>
                  <a:pt x="86875" y="64661"/>
                  <a:pt x="84112" y="59898"/>
                  <a:pt x="80588" y="53802"/>
                </a:cubicBezTo>
                <a:cubicBezTo>
                  <a:pt x="73921" y="42467"/>
                  <a:pt x="65634" y="27418"/>
                  <a:pt x="60300" y="11416"/>
                </a:cubicBezTo>
                <a:cubicBezTo>
                  <a:pt x="59062" y="7606"/>
                  <a:pt x="58014" y="3891"/>
                  <a:pt x="57157" y="367"/>
                </a:cubicBezTo>
                <a:cubicBezTo>
                  <a:pt x="51251" y="-205"/>
                  <a:pt x="40393" y="-300"/>
                  <a:pt x="31630" y="1510"/>
                </a:cubicBezTo>
                <a:cubicBezTo>
                  <a:pt x="19152" y="4082"/>
                  <a:pt x="9722" y="11416"/>
                  <a:pt x="4483" y="22751"/>
                </a:cubicBezTo>
                <a:cubicBezTo>
                  <a:pt x="-2756" y="38562"/>
                  <a:pt x="-1136" y="60184"/>
                  <a:pt x="8674" y="77900"/>
                </a:cubicBezTo>
                <a:cubicBezTo>
                  <a:pt x="26772" y="110476"/>
                  <a:pt x="54680" y="136479"/>
                  <a:pt x="77064" y="155434"/>
                </a:cubicBezTo>
                <a:cubicBezTo>
                  <a:pt x="103924" y="178199"/>
                  <a:pt x="132595" y="197820"/>
                  <a:pt x="160122" y="212108"/>
                </a:cubicBezTo>
                <a:cubicBezTo>
                  <a:pt x="176124" y="220394"/>
                  <a:pt x="190697" y="225919"/>
                  <a:pt x="204508" y="228872"/>
                </a:cubicBezTo>
                <a:cubicBezTo>
                  <a:pt x="183744" y="205440"/>
                  <a:pt x="158217" y="175341"/>
                  <a:pt x="135738" y="142099"/>
                </a:cubicBezTo>
                <a:cubicBezTo>
                  <a:pt x="105067" y="96569"/>
                  <a:pt x="98209" y="84473"/>
                  <a:pt x="89542" y="6923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76A353BE-D982-42EE-8203-8FA7C97C8794}"/>
              </a:ext>
            </a:extLst>
          </p:cNvPr>
          <p:cNvSpPr>
            <a:spLocks noGrp="1"/>
          </p:cNvSpPr>
          <p:nvPr/>
        </p:nvSpPr>
        <p:spPr>
          <a:xfrm>
            <a:off x="4321892" y="500488"/>
            <a:ext cx="148965" cy="290596"/>
          </a:xfrm>
          <a:custGeom>
            <a:avLst/>
            <a:gdLst>
              <a:gd name="connsiteX0" fmla="*/ 114294 w 148965"/>
              <a:gd name="connsiteY0" fmla="*/ 98096 h 290596"/>
              <a:gd name="connsiteX1" fmla="*/ 109341 w 148965"/>
              <a:gd name="connsiteY1" fmla="*/ 80856 h 290596"/>
              <a:gd name="connsiteX2" fmla="*/ 93339 w 148965"/>
              <a:gd name="connsiteY2" fmla="*/ 37708 h 290596"/>
              <a:gd name="connsiteX3" fmla="*/ 63907 w 148965"/>
              <a:gd name="connsiteY3" fmla="*/ 3989 h 290596"/>
              <a:gd name="connsiteX4" fmla="*/ 27426 w 148965"/>
              <a:gd name="connsiteY4" fmla="*/ 3799 h 290596"/>
              <a:gd name="connsiteX5" fmla="*/ 26759 w 148965"/>
              <a:gd name="connsiteY5" fmla="*/ 4085 h 290596"/>
              <a:gd name="connsiteX6" fmla="*/ 2090 w 148965"/>
              <a:gd name="connsiteY6" fmla="*/ 30183 h 290596"/>
              <a:gd name="connsiteX7" fmla="*/ 5804 w 148965"/>
              <a:gd name="connsiteY7" fmla="*/ 74760 h 290596"/>
              <a:gd name="connsiteX8" fmla="*/ 25712 w 148965"/>
              <a:gd name="connsiteY8" fmla="*/ 116194 h 290596"/>
              <a:gd name="connsiteX9" fmla="*/ 34665 w 148965"/>
              <a:gd name="connsiteY9" fmla="*/ 131720 h 290596"/>
              <a:gd name="connsiteX10" fmla="*/ 80671 w 148965"/>
              <a:gd name="connsiteY10" fmla="*/ 204300 h 290596"/>
              <a:gd name="connsiteX11" fmla="*/ 148965 w 148965"/>
              <a:gd name="connsiteY11" fmla="*/ 290597 h 290596"/>
              <a:gd name="connsiteX12" fmla="*/ 134487 w 148965"/>
              <a:gd name="connsiteY12" fmla="*/ 181535 h 290596"/>
              <a:gd name="connsiteX13" fmla="*/ 114389 w 148965"/>
              <a:gd name="connsiteY13" fmla="*/ 98001 h 290596"/>
            </a:gdLst>
            <a:ahLst/>
            <a:cxnLst/>
            <a:rect l="l" t="t" r="r" b="b"/>
            <a:pathLst>
              <a:path w="148965" h="290596">
                <a:moveTo>
                  <a:pt x="114294" y="98096"/>
                </a:moveTo>
                <a:cubicBezTo>
                  <a:pt x="112770" y="93048"/>
                  <a:pt x="111246" y="87714"/>
                  <a:pt x="109341" y="80856"/>
                </a:cubicBezTo>
                <a:cubicBezTo>
                  <a:pt x="105912" y="68474"/>
                  <a:pt x="100959" y="52281"/>
                  <a:pt x="93339" y="37708"/>
                </a:cubicBezTo>
                <a:cubicBezTo>
                  <a:pt x="84386" y="20372"/>
                  <a:pt x="74670" y="9323"/>
                  <a:pt x="63907" y="3989"/>
                </a:cubicBezTo>
                <a:cubicBezTo>
                  <a:pt x="53239" y="-1249"/>
                  <a:pt x="38951" y="-1345"/>
                  <a:pt x="27426" y="3799"/>
                </a:cubicBezTo>
                <a:cubicBezTo>
                  <a:pt x="27236" y="3799"/>
                  <a:pt x="26950" y="3989"/>
                  <a:pt x="26759" y="4085"/>
                </a:cubicBezTo>
                <a:cubicBezTo>
                  <a:pt x="15234" y="8942"/>
                  <a:pt x="5614" y="19134"/>
                  <a:pt x="2090" y="30183"/>
                </a:cubicBezTo>
                <a:cubicBezTo>
                  <a:pt x="-1625" y="41708"/>
                  <a:pt x="-387" y="56282"/>
                  <a:pt x="5804" y="74760"/>
                </a:cubicBezTo>
                <a:cubicBezTo>
                  <a:pt x="11043" y="90381"/>
                  <a:pt x="19139" y="105145"/>
                  <a:pt x="25712" y="116194"/>
                </a:cubicBezTo>
                <a:cubicBezTo>
                  <a:pt x="29331" y="122290"/>
                  <a:pt x="32093" y="127148"/>
                  <a:pt x="34665" y="131720"/>
                </a:cubicBezTo>
                <a:cubicBezTo>
                  <a:pt x="43238" y="146960"/>
                  <a:pt x="50096" y="158961"/>
                  <a:pt x="80671" y="204300"/>
                </a:cubicBezTo>
                <a:cubicBezTo>
                  <a:pt x="102959" y="237352"/>
                  <a:pt x="128296" y="267260"/>
                  <a:pt x="148965" y="290597"/>
                </a:cubicBezTo>
                <a:cubicBezTo>
                  <a:pt x="146584" y="259545"/>
                  <a:pt x="142774" y="220493"/>
                  <a:pt x="134487" y="181535"/>
                </a:cubicBezTo>
                <a:cubicBezTo>
                  <a:pt x="123152" y="128005"/>
                  <a:pt x="119247" y="114765"/>
                  <a:pt x="114389" y="98001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CC63D1BF-9BAC-4D9A-B998-F6E6B0EC73AA}"/>
              </a:ext>
            </a:extLst>
          </p:cNvPr>
          <p:cNvSpPr>
            <a:spLocks noGrp="1"/>
          </p:cNvSpPr>
          <p:nvPr/>
        </p:nvSpPr>
        <p:spPr>
          <a:xfrm>
            <a:off x="4230104" y="646567"/>
            <a:ext cx="228942" cy="151493"/>
          </a:xfrm>
          <a:custGeom>
            <a:avLst/>
            <a:gdLst>
              <a:gd name="connsiteX0" fmla="*/ 144075 w 228942"/>
              <a:gd name="connsiteY0" fmla="*/ 144327 h 151493"/>
              <a:gd name="connsiteX1" fmla="*/ 228942 w 228942"/>
              <a:gd name="connsiteY1" fmla="*/ 150709 h 151493"/>
              <a:gd name="connsiteX2" fmla="*/ 190652 w 228942"/>
              <a:gd name="connsiteY2" fmla="*/ 135278 h 151493"/>
              <a:gd name="connsiteX3" fmla="*/ 106737 w 228942"/>
              <a:gd name="connsiteY3" fmla="*/ 78033 h 151493"/>
              <a:gd name="connsiteX4" fmla="*/ 37966 w 228942"/>
              <a:gd name="connsiteY4" fmla="*/ 214 h 151493"/>
              <a:gd name="connsiteX5" fmla="*/ 15487 w 228942"/>
              <a:gd name="connsiteY5" fmla="*/ 5929 h 151493"/>
              <a:gd name="connsiteX6" fmla="*/ 57 w 228942"/>
              <a:gd name="connsiteY6" fmla="*/ 37552 h 151493"/>
              <a:gd name="connsiteX7" fmla="*/ 52349 w 228942"/>
              <a:gd name="connsiteY7" fmla="*/ 111180 h 151493"/>
              <a:gd name="connsiteX8" fmla="*/ 144170 w 228942"/>
              <a:gd name="connsiteY8" fmla="*/ 144422 h 151493"/>
            </a:gdLst>
            <a:ahLst/>
            <a:cxnLst/>
            <a:rect l="l" t="t" r="r" b="b"/>
            <a:pathLst>
              <a:path w="228942" h="151493">
                <a:moveTo>
                  <a:pt x="144075" y="144327"/>
                </a:moveTo>
                <a:cubicBezTo>
                  <a:pt x="175412" y="150709"/>
                  <a:pt x="203320" y="152804"/>
                  <a:pt x="228942" y="150709"/>
                </a:cubicBezTo>
                <a:cubicBezTo>
                  <a:pt x="216941" y="147470"/>
                  <a:pt x="204273" y="142327"/>
                  <a:pt x="190652" y="135278"/>
                </a:cubicBezTo>
                <a:cubicBezTo>
                  <a:pt x="162839" y="120800"/>
                  <a:pt x="133788" y="100988"/>
                  <a:pt x="106737" y="78033"/>
                </a:cubicBezTo>
                <a:cubicBezTo>
                  <a:pt x="84353" y="58983"/>
                  <a:pt x="56349" y="32980"/>
                  <a:pt x="37966" y="214"/>
                </a:cubicBezTo>
                <a:cubicBezTo>
                  <a:pt x="30537" y="-739"/>
                  <a:pt x="21202" y="1547"/>
                  <a:pt x="15487" y="5929"/>
                </a:cubicBezTo>
                <a:cubicBezTo>
                  <a:pt x="4629" y="14120"/>
                  <a:pt x="-610" y="24788"/>
                  <a:pt x="57" y="37552"/>
                </a:cubicBezTo>
                <a:cubicBezTo>
                  <a:pt x="1485" y="66698"/>
                  <a:pt x="32061" y="98702"/>
                  <a:pt x="52349" y="111180"/>
                </a:cubicBezTo>
                <a:cubicBezTo>
                  <a:pt x="76733" y="126230"/>
                  <a:pt x="105117" y="136421"/>
                  <a:pt x="144170" y="144422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25A1A9ED-A159-4156-A0E1-5D57835FA256}"/>
              </a:ext>
            </a:extLst>
          </p:cNvPr>
          <p:cNvSpPr>
            <a:spLocks noGrp="1"/>
          </p:cNvSpPr>
          <p:nvPr/>
        </p:nvSpPr>
        <p:spPr>
          <a:xfrm>
            <a:off x="4483430" y="532285"/>
            <a:ext cx="96959" cy="254608"/>
          </a:xfrm>
          <a:custGeom>
            <a:avLst/>
            <a:gdLst>
              <a:gd name="connsiteX0" fmla="*/ 15526 w 96959"/>
              <a:gd name="connsiteY0" fmla="*/ 216413 h 254608"/>
              <a:gd name="connsiteX1" fmla="*/ 0 w 96959"/>
              <a:gd name="connsiteY1" fmla="*/ 254608 h 254608"/>
              <a:gd name="connsiteX2" fmla="*/ 54483 w 96959"/>
              <a:gd name="connsiteY2" fmla="*/ 189267 h 254608"/>
              <a:gd name="connsiteX3" fmla="*/ 94488 w 96959"/>
              <a:gd name="connsiteY3" fmla="*/ 100208 h 254608"/>
              <a:gd name="connsiteX4" fmla="*/ 78010 w 96959"/>
              <a:gd name="connsiteY4" fmla="*/ 11435 h 254608"/>
              <a:gd name="connsiteX5" fmla="*/ 44577 w 96959"/>
              <a:gd name="connsiteY5" fmla="*/ 576 h 254608"/>
              <a:gd name="connsiteX6" fmla="*/ 24860 w 96959"/>
              <a:gd name="connsiteY6" fmla="*/ 12768 h 254608"/>
              <a:gd name="connsiteX7" fmla="*/ 32861 w 96959"/>
              <a:gd name="connsiteY7" fmla="*/ 116305 h 254608"/>
              <a:gd name="connsiteX8" fmla="*/ 15621 w 96959"/>
              <a:gd name="connsiteY8" fmla="*/ 216413 h 254608"/>
            </a:gdLst>
            <a:ahLst/>
            <a:cxnLst/>
            <a:rect l="l" t="t" r="r" b="b"/>
            <a:pathLst>
              <a:path w="96959" h="254608">
                <a:moveTo>
                  <a:pt x="15526" y="216413"/>
                </a:moveTo>
                <a:cubicBezTo>
                  <a:pt x="11144" y="231081"/>
                  <a:pt x="6001" y="243654"/>
                  <a:pt x="0" y="254608"/>
                </a:cubicBezTo>
                <a:cubicBezTo>
                  <a:pt x="19336" y="237654"/>
                  <a:pt x="37243" y="216222"/>
                  <a:pt x="54483" y="189267"/>
                </a:cubicBezTo>
                <a:cubicBezTo>
                  <a:pt x="76009" y="155643"/>
                  <a:pt x="88297" y="128211"/>
                  <a:pt x="94488" y="100208"/>
                </a:cubicBezTo>
                <a:cubicBezTo>
                  <a:pt x="99631" y="76967"/>
                  <a:pt x="97917" y="32771"/>
                  <a:pt x="78010" y="11435"/>
                </a:cubicBezTo>
                <a:cubicBezTo>
                  <a:pt x="69247" y="2100"/>
                  <a:pt x="58007" y="-1519"/>
                  <a:pt x="44577" y="576"/>
                </a:cubicBezTo>
                <a:cubicBezTo>
                  <a:pt x="37528" y="1719"/>
                  <a:pt x="29242" y="6863"/>
                  <a:pt x="24860" y="12768"/>
                </a:cubicBezTo>
                <a:cubicBezTo>
                  <a:pt x="35528" y="48773"/>
                  <a:pt x="34766" y="86968"/>
                  <a:pt x="32861" y="116305"/>
                </a:cubicBezTo>
                <a:cubicBezTo>
                  <a:pt x="30575" y="151738"/>
                  <a:pt x="24575" y="186409"/>
                  <a:pt x="15621" y="21641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B8BBAC97-E633-48DD-9410-75057200A82D}"/>
              </a:ext>
            </a:extLst>
          </p:cNvPr>
          <p:cNvSpPr>
            <a:spLocks noGrp="1"/>
          </p:cNvSpPr>
          <p:nvPr/>
        </p:nvSpPr>
        <p:spPr>
          <a:xfrm>
            <a:off x="4487812" y="636434"/>
            <a:ext cx="132715" cy="152935"/>
          </a:xfrm>
          <a:custGeom>
            <a:avLst/>
            <a:gdLst>
              <a:gd name="connsiteX0" fmla="*/ 112395 w 132715"/>
              <a:gd name="connsiteY0" fmla="*/ 535 h 152935"/>
              <a:gd name="connsiteX1" fmla="*/ 93250 w 132715"/>
              <a:gd name="connsiteY1" fmla="*/ 3107 h 152935"/>
              <a:gd name="connsiteX2" fmla="*/ 54102 w 132715"/>
              <a:gd name="connsiteY2" fmla="*/ 87689 h 152935"/>
              <a:gd name="connsiteX3" fmla="*/ 0 w 132715"/>
              <a:gd name="connsiteY3" fmla="*/ 152935 h 152935"/>
              <a:gd name="connsiteX4" fmla="*/ 41529 w 132715"/>
              <a:gd name="connsiteY4" fmla="*/ 132171 h 152935"/>
              <a:gd name="connsiteX5" fmla="*/ 80867 w 132715"/>
              <a:gd name="connsiteY5" fmla="*/ 107882 h 152935"/>
              <a:gd name="connsiteX6" fmla="*/ 115538 w 132715"/>
              <a:gd name="connsiteY6" fmla="*/ 71211 h 152935"/>
              <a:gd name="connsiteX7" fmla="*/ 116872 w 132715"/>
              <a:gd name="connsiteY7" fmla="*/ 69306 h 152935"/>
              <a:gd name="connsiteX8" fmla="*/ 123730 w 132715"/>
              <a:gd name="connsiteY8" fmla="*/ 59305 h 152935"/>
              <a:gd name="connsiteX9" fmla="*/ 132398 w 132715"/>
              <a:gd name="connsiteY9" fmla="*/ 24634 h 152935"/>
              <a:gd name="connsiteX10" fmla="*/ 112586 w 132715"/>
              <a:gd name="connsiteY10" fmla="*/ 440 h 152935"/>
            </a:gdLst>
            <a:ahLst/>
            <a:cxnLst/>
            <a:rect l="l" t="t" r="r" b="b"/>
            <a:pathLst>
              <a:path w="132715" h="152935">
                <a:moveTo>
                  <a:pt x="112395" y="535"/>
                </a:moveTo>
                <a:cubicBezTo>
                  <a:pt x="108204" y="-131"/>
                  <a:pt x="102965" y="-893"/>
                  <a:pt x="93250" y="3107"/>
                </a:cubicBezTo>
                <a:cubicBezTo>
                  <a:pt x="86487" y="29587"/>
                  <a:pt x="74295" y="55971"/>
                  <a:pt x="54102" y="87689"/>
                </a:cubicBezTo>
                <a:cubicBezTo>
                  <a:pt x="36957" y="114454"/>
                  <a:pt x="19145" y="135886"/>
                  <a:pt x="0" y="152935"/>
                </a:cubicBezTo>
                <a:cubicBezTo>
                  <a:pt x="13621" y="146839"/>
                  <a:pt x="27527" y="139886"/>
                  <a:pt x="41529" y="132171"/>
                </a:cubicBezTo>
                <a:cubicBezTo>
                  <a:pt x="57436" y="123408"/>
                  <a:pt x="69914" y="115693"/>
                  <a:pt x="80867" y="107882"/>
                </a:cubicBezTo>
                <a:cubicBezTo>
                  <a:pt x="92488" y="99595"/>
                  <a:pt x="103537" y="87880"/>
                  <a:pt x="115538" y="71211"/>
                </a:cubicBezTo>
                <a:lnTo>
                  <a:pt x="116872" y="69306"/>
                </a:lnTo>
                <a:cubicBezTo>
                  <a:pt x="119253" y="66067"/>
                  <a:pt x="121634" y="62734"/>
                  <a:pt x="123730" y="59305"/>
                </a:cubicBezTo>
                <a:cubicBezTo>
                  <a:pt x="130874" y="47494"/>
                  <a:pt x="133731" y="36159"/>
                  <a:pt x="132398" y="24634"/>
                </a:cubicBezTo>
                <a:cubicBezTo>
                  <a:pt x="131159" y="14251"/>
                  <a:pt x="125349" y="2440"/>
                  <a:pt x="112586" y="44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53F0E29B-21F8-4CA6-B046-00FD06545341}"/>
              </a:ext>
            </a:extLst>
          </p:cNvPr>
          <p:cNvSpPr>
            <a:spLocks noGrp="1"/>
          </p:cNvSpPr>
          <p:nvPr/>
        </p:nvSpPr>
        <p:spPr>
          <a:xfrm>
            <a:off x="4483335" y="760223"/>
            <a:ext cx="77870" cy="36609"/>
          </a:xfrm>
          <a:custGeom>
            <a:avLst/>
            <a:gdLst>
              <a:gd name="connsiteX0" fmla="*/ 69723 w 77870"/>
              <a:gd name="connsiteY0" fmla="*/ 0 h 36609"/>
              <a:gd name="connsiteX1" fmla="*/ 48101 w 77870"/>
              <a:gd name="connsiteY1" fmla="*/ 12573 h 36609"/>
              <a:gd name="connsiteX2" fmla="*/ 0 w 77870"/>
              <a:gd name="connsiteY2" fmla="*/ 36290 h 36609"/>
              <a:gd name="connsiteX3" fmla="*/ 34100 w 77870"/>
              <a:gd name="connsiteY3" fmla="*/ 34290 h 36609"/>
              <a:gd name="connsiteX4" fmla="*/ 63151 w 77870"/>
              <a:gd name="connsiteY4" fmla="*/ 25432 h 36609"/>
              <a:gd name="connsiteX5" fmla="*/ 77819 w 77870"/>
              <a:gd name="connsiteY5" fmla="*/ 8192 h 36609"/>
              <a:gd name="connsiteX6" fmla="*/ 69628 w 77870"/>
              <a:gd name="connsiteY6" fmla="*/ 0 h 36609"/>
            </a:gdLst>
            <a:ahLst/>
            <a:cxnLst/>
            <a:rect l="l" t="t" r="r" b="b"/>
            <a:pathLst>
              <a:path w="77870" h="36609">
                <a:moveTo>
                  <a:pt x="69723" y="0"/>
                </a:moveTo>
                <a:cubicBezTo>
                  <a:pt x="63246" y="4001"/>
                  <a:pt x="56102" y="8096"/>
                  <a:pt x="48101" y="12573"/>
                </a:cubicBezTo>
                <a:cubicBezTo>
                  <a:pt x="31814" y="21527"/>
                  <a:pt x="15716" y="29432"/>
                  <a:pt x="0" y="36290"/>
                </a:cubicBezTo>
                <a:cubicBezTo>
                  <a:pt x="14954" y="37243"/>
                  <a:pt x="25051" y="35909"/>
                  <a:pt x="34100" y="34290"/>
                </a:cubicBezTo>
                <a:cubicBezTo>
                  <a:pt x="43529" y="32576"/>
                  <a:pt x="54007" y="30290"/>
                  <a:pt x="63151" y="25432"/>
                </a:cubicBezTo>
                <a:cubicBezTo>
                  <a:pt x="70676" y="21527"/>
                  <a:pt x="78581" y="16574"/>
                  <a:pt x="77819" y="8192"/>
                </a:cubicBezTo>
                <a:cubicBezTo>
                  <a:pt x="77438" y="3810"/>
                  <a:pt x="73533" y="857"/>
                  <a:pt x="69628" y="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4EEE4464-2320-4710-86F7-0AD3F0C058C5}"/>
              </a:ext>
            </a:extLst>
          </p:cNvPr>
          <p:cNvSpPr>
            <a:spLocks noGrp="1"/>
          </p:cNvSpPr>
          <p:nvPr/>
        </p:nvSpPr>
        <p:spPr>
          <a:xfrm>
            <a:off x="4413898" y="501576"/>
            <a:ext cx="98672" cy="289127"/>
          </a:xfrm>
          <a:custGeom>
            <a:avLst/>
            <a:gdLst>
              <a:gd name="connsiteX0" fmla="*/ 80486 w 98672"/>
              <a:gd name="connsiteY0" fmla="*/ 245693 h 289127"/>
              <a:gd name="connsiteX1" fmla="*/ 97536 w 98672"/>
              <a:gd name="connsiteY1" fmla="*/ 146633 h 289127"/>
              <a:gd name="connsiteX2" fmla="*/ 89345 w 98672"/>
              <a:gd name="connsiteY2" fmla="*/ 43573 h 289127"/>
              <a:gd name="connsiteX3" fmla="*/ 52673 w 98672"/>
              <a:gd name="connsiteY3" fmla="*/ 2234 h 289127"/>
              <a:gd name="connsiteX4" fmla="*/ 18574 w 98672"/>
              <a:gd name="connsiteY4" fmla="*/ 6901 h 289127"/>
              <a:gd name="connsiteX5" fmla="*/ 0 w 98672"/>
              <a:gd name="connsiteY5" fmla="*/ 24427 h 289127"/>
              <a:gd name="connsiteX6" fmla="*/ 5715 w 98672"/>
              <a:gd name="connsiteY6" fmla="*/ 34333 h 289127"/>
              <a:gd name="connsiteX7" fmla="*/ 22003 w 98672"/>
              <a:gd name="connsiteY7" fmla="*/ 78434 h 289127"/>
              <a:gd name="connsiteX8" fmla="*/ 26956 w 98672"/>
              <a:gd name="connsiteY8" fmla="*/ 95579 h 289127"/>
              <a:gd name="connsiteX9" fmla="*/ 47149 w 98672"/>
              <a:gd name="connsiteY9" fmla="*/ 179399 h 289127"/>
              <a:gd name="connsiteX10" fmla="*/ 61627 w 98672"/>
              <a:gd name="connsiteY10" fmla="*/ 289127 h 289127"/>
              <a:gd name="connsiteX11" fmla="*/ 80391 w 98672"/>
              <a:gd name="connsiteY11" fmla="*/ 245598 h 289127"/>
            </a:gdLst>
            <a:ahLst/>
            <a:cxnLst/>
            <a:rect l="l" t="t" r="r" b="b"/>
            <a:pathLst>
              <a:path w="98672" h="289127">
                <a:moveTo>
                  <a:pt x="80486" y="245693"/>
                </a:moveTo>
                <a:cubicBezTo>
                  <a:pt x="89345" y="215975"/>
                  <a:pt x="95250" y="181685"/>
                  <a:pt x="97536" y="146633"/>
                </a:cubicBezTo>
                <a:cubicBezTo>
                  <a:pt x="99441" y="117391"/>
                  <a:pt x="100203" y="79196"/>
                  <a:pt x="89345" y="43573"/>
                </a:cubicBezTo>
                <a:cubicBezTo>
                  <a:pt x="83439" y="24237"/>
                  <a:pt x="69056" y="7949"/>
                  <a:pt x="52673" y="2234"/>
                </a:cubicBezTo>
                <a:cubicBezTo>
                  <a:pt x="40862" y="-1862"/>
                  <a:pt x="29051" y="-338"/>
                  <a:pt x="18574" y="6901"/>
                </a:cubicBezTo>
                <a:cubicBezTo>
                  <a:pt x="11240" y="11950"/>
                  <a:pt x="3715" y="19855"/>
                  <a:pt x="0" y="24427"/>
                </a:cubicBezTo>
                <a:cubicBezTo>
                  <a:pt x="1905" y="27475"/>
                  <a:pt x="3810" y="30809"/>
                  <a:pt x="5715" y="34333"/>
                </a:cubicBezTo>
                <a:cubicBezTo>
                  <a:pt x="13526" y="49383"/>
                  <a:pt x="18574" y="65766"/>
                  <a:pt x="22003" y="78434"/>
                </a:cubicBezTo>
                <a:cubicBezTo>
                  <a:pt x="23908" y="85292"/>
                  <a:pt x="25432" y="90626"/>
                  <a:pt x="26956" y="95579"/>
                </a:cubicBezTo>
                <a:cubicBezTo>
                  <a:pt x="31909" y="112438"/>
                  <a:pt x="35814" y="125773"/>
                  <a:pt x="47149" y="179399"/>
                </a:cubicBezTo>
                <a:cubicBezTo>
                  <a:pt x="55435" y="218642"/>
                  <a:pt x="59341" y="257980"/>
                  <a:pt x="61627" y="289127"/>
                </a:cubicBezTo>
                <a:cubicBezTo>
                  <a:pt x="69056" y="277126"/>
                  <a:pt x="75248" y="262838"/>
                  <a:pt x="80391" y="245598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0">
            <a:extLst>
              <a:ext uri="{FF2B5EF4-FFF2-40B4-BE49-F238E27FC236}">
                <a16:creationId xmlns:a16="http://schemas.microsoft.com/office/drawing/2014/main" id="{D43373B8-8463-4E55-86B4-223DBD2E51A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4366" y="3560774"/>
            <a:ext cx="7319035" cy="3297226"/>
          </a:xfrm>
          <a:prstGeom prst="rect">
            <a:avLst/>
          </a:prstGeom>
        </p:spPr>
      </p:pic>
      <p:sp>
        <p:nvSpPr>
          <p:cNvPr id="8" name="图形 6">
            <a:extLst>
              <a:ext uri="{FF2B5EF4-FFF2-40B4-BE49-F238E27FC236}">
                <a16:creationId xmlns:a16="http://schemas.microsoft.com/office/drawing/2014/main" id="{1841A463-9503-47C3-B4FC-ADA2DD2C5F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940935"/>
          </a:xfrm>
          <a:custGeom>
            <a:avLst/>
            <a:gdLst>
              <a:gd name="connsiteX0" fmla="*/ 2392871 w 2392965"/>
              <a:gd name="connsiteY0" fmla="*/ 892493 h 1114353"/>
              <a:gd name="connsiteX1" fmla="*/ 1811560 w 2392965"/>
              <a:gd name="connsiteY1" fmla="*/ 923735 h 1114353"/>
              <a:gd name="connsiteX2" fmla="*/ 556070 w 2392965"/>
              <a:gd name="connsiteY2" fmla="*/ 1113377 h 1114353"/>
              <a:gd name="connsiteX3" fmla="*/ 0 w 2392965"/>
              <a:gd name="connsiteY3" fmla="*/ 1073944 h 1114353"/>
              <a:gd name="connsiteX4" fmla="*/ 0 w 2392965"/>
              <a:gd name="connsiteY4" fmla="*/ 0 h 1114353"/>
              <a:gd name="connsiteX5" fmla="*/ 2391061 w 2392965"/>
              <a:gd name="connsiteY5" fmla="*/ 0 h 1114353"/>
              <a:gd name="connsiteX6" fmla="*/ 2392966 w 2392965"/>
              <a:gd name="connsiteY6" fmla="*/ 892493 h 1114353"/>
            </a:gdLst>
            <a:ahLst/>
            <a:cxnLst/>
            <a:rect l="l" t="t" r="r" b="b"/>
            <a:pathLst>
              <a:path w="2392965" h="1114353">
                <a:moveTo>
                  <a:pt x="2392871" y="892493"/>
                </a:moveTo>
                <a:cubicBezTo>
                  <a:pt x="2276094" y="889159"/>
                  <a:pt x="2026634" y="882110"/>
                  <a:pt x="1811560" y="923735"/>
                </a:cubicBezTo>
                <a:cubicBezTo>
                  <a:pt x="1524286" y="979361"/>
                  <a:pt x="1045083" y="1127760"/>
                  <a:pt x="556070" y="1113377"/>
                </a:cubicBezTo>
                <a:cubicBezTo>
                  <a:pt x="124492" y="1100709"/>
                  <a:pt x="0" y="1073944"/>
                  <a:pt x="0" y="1073944"/>
                </a:cubicBezTo>
                <a:lnTo>
                  <a:pt x="0" y="0"/>
                </a:lnTo>
                <a:lnTo>
                  <a:pt x="2391061" y="0"/>
                </a:lnTo>
                <a:lnTo>
                  <a:pt x="2392966" y="892493"/>
                </a:lnTo>
                <a:close/>
              </a:path>
            </a:pathLst>
          </a:cu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7A321C-5F65-472B-BCD8-07338A586E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42BFF8-C660-4CAF-9033-767793F5CA0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AE35A1-24B1-44B3-BDE7-E92A8BBD2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4C8D0B35-17C3-42C7-91E8-870682F7F2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332" y="273748"/>
            <a:ext cx="3758048" cy="738188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1F7E7852-5DD1-446D-8AD3-8CFF3C6E53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700000">
            <a:off x="9845288" y="208238"/>
            <a:ext cx="2401315" cy="170004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B0D2E70-C79B-4480-9FC3-23FDF2CB4A1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9706"/>
          <a:stretch>
            <a:fillRect/>
          </a:stretch>
        </p:blipFill>
        <p:spPr>
          <a:xfrm>
            <a:off x="4424561" y="-97236"/>
            <a:ext cx="3111762" cy="1036406"/>
          </a:xfrm>
          <a:prstGeom prst="rect">
            <a:avLst/>
          </a:prstGeom>
        </p:spPr>
      </p:pic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CD4CFDF3-CC91-45A2-B08A-975D9DDF74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872751" y="1843897"/>
            <a:ext cx="8175171" cy="1244600"/>
          </a:xfrm>
        </p:spPr>
        <p:txBody>
          <a:bodyPr anchor="ctr"/>
          <a:lstStyle>
            <a:lvl1pPr algn="ctr">
              <a:buNone/>
              <a:defRPr sz="6400" kern="1200" spc="3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点击输入章节标题</a:t>
            </a:r>
          </a:p>
        </p:txBody>
      </p:sp>
      <p:sp>
        <p:nvSpPr>
          <p:cNvPr id="27" name="内容占位符 26">
            <a:extLst>
              <a:ext uri="{FF2B5EF4-FFF2-40B4-BE49-F238E27FC236}">
                <a16:creationId xmlns:a16="http://schemas.microsoft.com/office/drawing/2014/main" id="{9DD001A2-97DF-4DBE-A521-DC2F6DF0FA3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873500" y="3089275"/>
            <a:ext cx="8174038" cy="513379"/>
          </a:xfrm>
        </p:spPr>
        <p:txBody>
          <a:bodyPr anchor="ctr">
            <a:normAutofit/>
          </a:bodyPr>
          <a:lstStyle>
            <a:lvl1pPr algn="ctr">
              <a:buNone/>
              <a:defRPr sz="24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Click to Enter Chapter Title</a:t>
            </a:r>
          </a:p>
        </p:txBody>
      </p:sp>
      <p:sp>
        <p:nvSpPr>
          <p:cNvPr id="35" name="任意多边形: 形状 9">
            <a:extLst>
              <a:ext uri="{FF2B5EF4-FFF2-40B4-BE49-F238E27FC236}">
                <a16:creationId xmlns:a16="http://schemas.microsoft.com/office/drawing/2014/main" id="{A607160D-C590-4AF3-9944-4A23DC594D8E}"/>
              </a:ext>
            </a:extLst>
          </p:cNvPr>
          <p:cNvSpPr>
            <a:spLocks noGrp="1"/>
          </p:cNvSpPr>
          <p:nvPr/>
        </p:nvSpPr>
        <p:spPr>
          <a:xfrm>
            <a:off x="4464223" y="724017"/>
            <a:ext cx="108255" cy="35634"/>
          </a:xfrm>
          <a:custGeom>
            <a:avLst/>
            <a:gdLst>
              <a:gd name="connsiteX0" fmla="*/ 8624 w 108255"/>
              <a:gd name="connsiteY0" fmla="*/ 0 h 35634"/>
              <a:gd name="connsiteX1" fmla="*/ 51 w 108255"/>
              <a:gd name="connsiteY1" fmla="*/ 12668 h 35634"/>
              <a:gd name="connsiteX2" fmla="*/ 23483 w 108255"/>
              <a:gd name="connsiteY2" fmla="*/ 31337 h 35634"/>
              <a:gd name="connsiteX3" fmla="*/ 62916 w 108255"/>
              <a:gd name="connsiteY3" fmla="*/ 35624 h 35634"/>
              <a:gd name="connsiteX4" fmla="*/ 108255 w 108255"/>
              <a:gd name="connsiteY4" fmla="*/ 29718 h 35634"/>
              <a:gd name="connsiteX5" fmla="*/ 39771 w 108255"/>
              <a:gd name="connsiteY5" fmla="*/ 10954 h 35634"/>
              <a:gd name="connsiteX6" fmla="*/ 8624 w 108255"/>
              <a:gd name="connsiteY6" fmla="*/ 0 h 35634"/>
            </a:gdLst>
            <a:ahLst/>
            <a:cxnLst/>
            <a:rect l="l" t="t" r="r" b="b"/>
            <a:pathLst>
              <a:path w="108255" h="35634">
                <a:moveTo>
                  <a:pt x="8624" y="0"/>
                </a:moveTo>
                <a:cubicBezTo>
                  <a:pt x="3766" y="2096"/>
                  <a:pt x="-520" y="6858"/>
                  <a:pt x="51" y="12668"/>
                </a:cubicBezTo>
                <a:cubicBezTo>
                  <a:pt x="1099" y="23717"/>
                  <a:pt x="12720" y="28099"/>
                  <a:pt x="23483" y="31337"/>
                </a:cubicBezTo>
                <a:cubicBezTo>
                  <a:pt x="36627" y="35243"/>
                  <a:pt x="50724" y="35719"/>
                  <a:pt x="62916" y="35624"/>
                </a:cubicBezTo>
                <a:cubicBezTo>
                  <a:pt x="75489" y="35433"/>
                  <a:pt x="89015" y="34766"/>
                  <a:pt x="108255" y="29718"/>
                </a:cubicBezTo>
                <a:cubicBezTo>
                  <a:pt x="86157" y="24860"/>
                  <a:pt x="63202" y="18574"/>
                  <a:pt x="39771" y="10954"/>
                </a:cubicBezTo>
                <a:cubicBezTo>
                  <a:pt x="28341" y="7239"/>
                  <a:pt x="18054" y="3620"/>
                  <a:pt x="8624" y="0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6" name="任意多边形: 形状 11">
            <a:extLst>
              <a:ext uri="{FF2B5EF4-FFF2-40B4-BE49-F238E27FC236}">
                <a16:creationId xmlns:a16="http://schemas.microsoft.com/office/drawing/2014/main" id="{FF72D1D4-F9D2-4E58-BAF6-258FD89815F5}"/>
              </a:ext>
            </a:extLst>
          </p:cNvPr>
          <p:cNvSpPr>
            <a:spLocks noGrp="1"/>
          </p:cNvSpPr>
          <p:nvPr/>
        </p:nvSpPr>
        <p:spPr>
          <a:xfrm>
            <a:off x="4361074" y="572876"/>
            <a:ext cx="204070" cy="172762"/>
          </a:xfrm>
          <a:custGeom>
            <a:avLst/>
            <a:gdLst>
              <a:gd name="connsiteX0" fmla="*/ 204070 w 204070"/>
              <a:gd name="connsiteY0" fmla="*/ 172763 h 172762"/>
              <a:gd name="connsiteX1" fmla="*/ 117393 w 204070"/>
              <a:gd name="connsiteY1" fmla="*/ 101325 h 172762"/>
              <a:gd name="connsiteX2" fmla="*/ 45384 w 204070"/>
              <a:gd name="connsiteY2" fmla="*/ 1217 h 172762"/>
              <a:gd name="connsiteX3" fmla="*/ 19857 w 204070"/>
              <a:gd name="connsiteY3" fmla="*/ 2646 h 172762"/>
              <a:gd name="connsiteX4" fmla="*/ 140 w 204070"/>
              <a:gd name="connsiteY4" fmla="*/ 39032 h 172762"/>
              <a:gd name="connsiteX5" fmla="*/ 19952 w 204070"/>
              <a:gd name="connsiteY5" fmla="*/ 81894 h 172762"/>
              <a:gd name="connsiteX6" fmla="*/ 31287 w 204070"/>
              <a:gd name="connsiteY6" fmla="*/ 93134 h 172762"/>
              <a:gd name="connsiteX7" fmla="*/ 33573 w 204070"/>
              <a:gd name="connsiteY7" fmla="*/ 95229 h 172762"/>
              <a:gd name="connsiteX8" fmla="*/ 87770 w 204070"/>
              <a:gd name="connsiteY8" fmla="*/ 134186 h 172762"/>
              <a:gd name="connsiteX9" fmla="*/ 144920 w 204070"/>
              <a:gd name="connsiteY9" fmla="*/ 155999 h 172762"/>
              <a:gd name="connsiteX10" fmla="*/ 204070 w 204070"/>
              <a:gd name="connsiteY10" fmla="*/ 172667 h 172762"/>
            </a:gdLst>
            <a:ahLst/>
            <a:cxnLst/>
            <a:rect l="l" t="t" r="r" b="b"/>
            <a:pathLst>
              <a:path w="204070" h="172762">
                <a:moveTo>
                  <a:pt x="204070" y="172763"/>
                </a:moveTo>
                <a:cubicBezTo>
                  <a:pt x="174828" y="155332"/>
                  <a:pt x="146349" y="131900"/>
                  <a:pt x="117393" y="101325"/>
                </a:cubicBezTo>
                <a:cubicBezTo>
                  <a:pt x="83198" y="65130"/>
                  <a:pt x="60719" y="33888"/>
                  <a:pt x="45384" y="1217"/>
                </a:cubicBezTo>
                <a:cubicBezTo>
                  <a:pt x="31763" y="-1450"/>
                  <a:pt x="25095" y="836"/>
                  <a:pt x="19857" y="2646"/>
                </a:cubicBezTo>
                <a:cubicBezTo>
                  <a:pt x="3759" y="8361"/>
                  <a:pt x="-908" y="25220"/>
                  <a:pt x="140" y="39032"/>
                </a:cubicBezTo>
                <a:cubicBezTo>
                  <a:pt x="1283" y="54367"/>
                  <a:pt x="7760" y="68369"/>
                  <a:pt x="19952" y="81894"/>
                </a:cubicBezTo>
                <a:cubicBezTo>
                  <a:pt x="23476" y="85799"/>
                  <a:pt x="27477" y="89514"/>
                  <a:pt x="31287" y="93134"/>
                </a:cubicBezTo>
                <a:lnTo>
                  <a:pt x="33573" y="95229"/>
                </a:lnTo>
                <a:cubicBezTo>
                  <a:pt x="53385" y="113898"/>
                  <a:pt x="70530" y="126281"/>
                  <a:pt x="87770" y="134186"/>
                </a:cubicBezTo>
                <a:cubicBezTo>
                  <a:pt x="103867" y="141616"/>
                  <a:pt x="121965" y="148474"/>
                  <a:pt x="144920" y="155999"/>
                </a:cubicBezTo>
                <a:cubicBezTo>
                  <a:pt x="165018" y="162571"/>
                  <a:pt x="184830" y="168191"/>
                  <a:pt x="204070" y="172667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7" name="任意多边形: 形状 14">
            <a:extLst>
              <a:ext uri="{FF2B5EF4-FFF2-40B4-BE49-F238E27FC236}">
                <a16:creationId xmlns:a16="http://schemas.microsoft.com/office/drawing/2014/main" id="{7B772ADC-DA9B-401C-8576-68B41BEC07DA}"/>
              </a:ext>
            </a:extLst>
          </p:cNvPr>
          <p:cNvSpPr>
            <a:spLocks noGrp="1"/>
          </p:cNvSpPr>
          <p:nvPr/>
        </p:nvSpPr>
        <p:spPr>
          <a:xfrm>
            <a:off x="4482696" y="362216"/>
            <a:ext cx="112832" cy="382184"/>
          </a:xfrm>
          <a:custGeom>
            <a:avLst/>
            <a:gdLst>
              <a:gd name="connsiteX0" fmla="*/ 95497 w 112832"/>
              <a:gd name="connsiteY0" fmla="*/ 121961 h 382184"/>
              <a:gd name="connsiteX1" fmla="*/ 97687 w 112832"/>
              <a:gd name="connsiteY1" fmla="*/ 98435 h 382184"/>
              <a:gd name="connsiteX2" fmla="*/ 107879 w 112832"/>
              <a:gd name="connsiteY2" fmla="*/ 37094 h 382184"/>
              <a:gd name="connsiteX3" fmla="*/ 112832 w 112832"/>
              <a:gd name="connsiteY3" fmla="*/ 22711 h 382184"/>
              <a:gd name="connsiteX4" fmla="*/ 84257 w 112832"/>
              <a:gd name="connsiteY4" fmla="*/ 4518 h 382184"/>
              <a:gd name="connsiteX5" fmla="*/ 38728 w 112832"/>
              <a:gd name="connsiteY5" fmla="*/ 6899 h 382184"/>
              <a:gd name="connsiteX6" fmla="*/ 1390 w 112832"/>
              <a:gd name="connsiteY6" fmla="*/ 69764 h 382184"/>
              <a:gd name="connsiteX7" fmla="*/ 16439 w 112832"/>
              <a:gd name="connsiteY7" fmla="*/ 205686 h 382184"/>
              <a:gd name="connsiteX8" fmla="*/ 63302 w 112832"/>
              <a:gd name="connsiteY8" fmla="*/ 330273 h 382184"/>
              <a:gd name="connsiteX9" fmla="*/ 98545 w 112832"/>
              <a:gd name="connsiteY9" fmla="*/ 382184 h 382184"/>
              <a:gd name="connsiteX10" fmla="*/ 90067 w 112832"/>
              <a:gd name="connsiteY10" fmla="*/ 235880 h 382184"/>
              <a:gd name="connsiteX11" fmla="*/ 95497 w 112832"/>
              <a:gd name="connsiteY11" fmla="*/ 121866 h 382184"/>
            </a:gdLst>
            <a:ahLst/>
            <a:cxnLst/>
            <a:rect l="l" t="t" r="r" b="b"/>
            <a:pathLst>
              <a:path w="112832" h="382184">
                <a:moveTo>
                  <a:pt x="95497" y="121961"/>
                </a:moveTo>
                <a:cubicBezTo>
                  <a:pt x="96163" y="115103"/>
                  <a:pt x="96925" y="107769"/>
                  <a:pt x="97687" y="98435"/>
                </a:cubicBezTo>
                <a:cubicBezTo>
                  <a:pt x="99116" y="81099"/>
                  <a:pt x="101497" y="58525"/>
                  <a:pt x="107879" y="37094"/>
                </a:cubicBezTo>
                <a:cubicBezTo>
                  <a:pt x="109403" y="31950"/>
                  <a:pt x="111118" y="27283"/>
                  <a:pt x="112832" y="22711"/>
                </a:cubicBezTo>
                <a:cubicBezTo>
                  <a:pt x="106831" y="17663"/>
                  <a:pt x="95116" y="9281"/>
                  <a:pt x="84257" y="4518"/>
                </a:cubicBezTo>
                <a:cubicBezTo>
                  <a:pt x="68731" y="-2245"/>
                  <a:pt x="53015" y="-1387"/>
                  <a:pt x="38728" y="6899"/>
                </a:cubicBezTo>
                <a:cubicBezTo>
                  <a:pt x="18820" y="18425"/>
                  <a:pt x="4152" y="43190"/>
                  <a:pt x="1390" y="69764"/>
                </a:cubicBezTo>
                <a:cubicBezTo>
                  <a:pt x="-3849" y="118818"/>
                  <a:pt x="6724" y="168158"/>
                  <a:pt x="16439" y="205686"/>
                </a:cubicBezTo>
                <a:cubicBezTo>
                  <a:pt x="28155" y="250739"/>
                  <a:pt x="44347" y="293793"/>
                  <a:pt x="63302" y="330273"/>
                </a:cubicBezTo>
                <a:cubicBezTo>
                  <a:pt x="74351" y="351419"/>
                  <a:pt x="85876" y="368469"/>
                  <a:pt x="98545" y="382184"/>
                </a:cubicBezTo>
                <a:cubicBezTo>
                  <a:pt x="93877" y="341036"/>
                  <a:pt x="89115" y="289030"/>
                  <a:pt x="90067" y="235880"/>
                </a:cubicBezTo>
                <a:cubicBezTo>
                  <a:pt x="91401" y="163300"/>
                  <a:pt x="93211" y="145012"/>
                  <a:pt x="95497" y="121866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8" name="任意多边形: 形状 15">
            <a:extLst>
              <a:ext uri="{FF2B5EF4-FFF2-40B4-BE49-F238E27FC236}">
                <a16:creationId xmlns:a16="http://schemas.microsoft.com/office/drawing/2014/main" id="{67F0E322-1F51-42AB-87F9-5A086337903A}"/>
              </a:ext>
            </a:extLst>
          </p:cNvPr>
          <p:cNvSpPr>
            <a:spLocks noGrp="1"/>
          </p:cNvSpPr>
          <p:nvPr/>
        </p:nvSpPr>
        <p:spPr>
          <a:xfrm>
            <a:off x="4578926" y="339269"/>
            <a:ext cx="142405" cy="404369"/>
          </a:xfrm>
          <a:custGeom>
            <a:avLst/>
            <a:gdLst>
              <a:gd name="connsiteX0" fmla="*/ 117568 w 142405"/>
              <a:gd name="connsiteY0" fmla="*/ 169578 h 404369"/>
              <a:gd name="connsiteX1" fmla="*/ 125283 w 142405"/>
              <a:gd name="connsiteY1" fmla="*/ 147099 h 404369"/>
              <a:gd name="connsiteX2" fmla="*/ 140809 w 142405"/>
              <a:gd name="connsiteY2" fmla="*/ 88234 h 404369"/>
              <a:gd name="connsiteX3" fmla="*/ 134522 w 142405"/>
              <a:gd name="connsiteY3" fmla="*/ 29370 h 404369"/>
              <a:gd name="connsiteX4" fmla="*/ 95089 w 142405"/>
              <a:gd name="connsiteY4" fmla="*/ 1462 h 404369"/>
              <a:gd name="connsiteX5" fmla="*/ 94136 w 142405"/>
              <a:gd name="connsiteY5" fmla="*/ 1271 h 404369"/>
              <a:gd name="connsiteX6" fmla="*/ 47559 w 142405"/>
              <a:gd name="connsiteY6" fmla="*/ 10796 h 404369"/>
              <a:gd name="connsiteX7" fmla="*/ 17651 w 142405"/>
              <a:gd name="connsiteY7" fmla="*/ 61850 h 404369"/>
              <a:gd name="connsiteX8" fmla="*/ 7649 w 142405"/>
              <a:gd name="connsiteY8" fmla="*/ 121858 h 404369"/>
              <a:gd name="connsiteX9" fmla="*/ 5459 w 142405"/>
              <a:gd name="connsiteY9" fmla="*/ 145480 h 404369"/>
              <a:gd name="connsiteX10" fmla="*/ 125 w 142405"/>
              <a:gd name="connsiteY10" fmla="*/ 259018 h 404369"/>
              <a:gd name="connsiteX11" fmla="*/ 8507 w 142405"/>
              <a:gd name="connsiteY11" fmla="*/ 404369 h 404369"/>
              <a:gd name="connsiteX12" fmla="*/ 75848 w 142405"/>
              <a:gd name="connsiteY12" fmla="*/ 275210 h 404369"/>
              <a:gd name="connsiteX13" fmla="*/ 117568 w 142405"/>
              <a:gd name="connsiteY13" fmla="*/ 169483 h 404369"/>
            </a:gdLst>
            <a:ahLst/>
            <a:cxnLst/>
            <a:rect l="l" t="t" r="r" b="b"/>
            <a:pathLst>
              <a:path w="142405" h="404369">
                <a:moveTo>
                  <a:pt x="117568" y="169578"/>
                </a:moveTo>
                <a:cubicBezTo>
                  <a:pt x="119759" y="163006"/>
                  <a:pt x="122140" y="155957"/>
                  <a:pt x="125283" y="147099"/>
                </a:cubicBezTo>
                <a:cubicBezTo>
                  <a:pt x="130998" y="131002"/>
                  <a:pt x="137952" y="109856"/>
                  <a:pt x="140809" y="88234"/>
                </a:cubicBezTo>
                <a:cubicBezTo>
                  <a:pt x="144238" y="62612"/>
                  <a:pt x="142142" y="43372"/>
                  <a:pt x="134522" y="29370"/>
                </a:cubicBezTo>
                <a:cubicBezTo>
                  <a:pt x="126998" y="15559"/>
                  <a:pt x="111662" y="4605"/>
                  <a:pt x="95089" y="1462"/>
                </a:cubicBezTo>
                <a:cubicBezTo>
                  <a:pt x="94803" y="1462"/>
                  <a:pt x="94422" y="1366"/>
                  <a:pt x="94136" y="1271"/>
                </a:cubicBezTo>
                <a:cubicBezTo>
                  <a:pt x="77944" y="-2158"/>
                  <a:pt x="59846" y="1462"/>
                  <a:pt x="47559" y="10796"/>
                </a:cubicBezTo>
                <a:cubicBezTo>
                  <a:pt x="34796" y="20416"/>
                  <a:pt x="24985" y="37180"/>
                  <a:pt x="17651" y="61850"/>
                </a:cubicBezTo>
                <a:cubicBezTo>
                  <a:pt x="11459" y="82710"/>
                  <a:pt x="9078" y="104903"/>
                  <a:pt x="7649" y="121858"/>
                </a:cubicBezTo>
                <a:cubicBezTo>
                  <a:pt x="6887" y="131192"/>
                  <a:pt x="6125" y="138526"/>
                  <a:pt x="5459" y="145480"/>
                </a:cubicBezTo>
                <a:cubicBezTo>
                  <a:pt x="3173" y="168530"/>
                  <a:pt x="1458" y="186628"/>
                  <a:pt x="125" y="259018"/>
                </a:cubicBezTo>
                <a:cubicBezTo>
                  <a:pt x="-828" y="311691"/>
                  <a:pt x="3839" y="363507"/>
                  <a:pt x="8507" y="404369"/>
                </a:cubicBezTo>
                <a:cubicBezTo>
                  <a:pt x="29557" y="368936"/>
                  <a:pt x="55084" y="323692"/>
                  <a:pt x="75848" y="275210"/>
                </a:cubicBezTo>
                <a:cubicBezTo>
                  <a:pt x="104328" y="208726"/>
                  <a:pt x="110138" y="191390"/>
                  <a:pt x="117568" y="169483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9" name="任意多边形: 形状 16">
            <a:extLst>
              <a:ext uri="{FF2B5EF4-FFF2-40B4-BE49-F238E27FC236}">
                <a16:creationId xmlns:a16="http://schemas.microsoft.com/office/drawing/2014/main" id="{06B09F85-9543-4115-90A0-8AA339A8DC6C}"/>
              </a:ext>
            </a:extLst>
          </p:cNvPr>
          <p:cNvSpPr>
            <a:spLocks noGrp="1"/>
          </p:cNvSpPr>
          <p:nvPr/>
        </p:nvSpPr>
        <p:spPr>
          <a:xfrm>
            <a:off x="4395923" y="422062"/>
            <a:ext cx="174174" cy="319195"/>
          </a:xfrm>
          <a:custGeom>
            <a:avLst/>
            <a:gdLst>
              <a:gd name="connsiteX0" fmla="*/ 87116 w 174174"/>
              <a:gd name="connsiteY0" fmla="*/ 247853 h 319195"/>
              <a:gd name="connsiteX1" fmla="*/ 174174 w 174174"/>
              <a:gd name="connsiteY1" fmla="*/ 319195 h 319195"/>
              <a:gd name="connsiteX2" fmla="*/ 144456 w 174174"/>
              <a:gd name="connsiteY2" fmla="*/ 273380 h 319195"/>
              <a:gd name="connsiteX3" fmla="*/ 97117 w 174174"/>
              <a:gd name="connsiteY3" fmla="*/ 147555 h 319195"/>
              <a:gd name="connsiteX4" fmla="*/ 81782 w 174174"/>
              <a:gd name="connsiteY4" fmla="*/ 10966 h 319195"/>
              <a:gd name="connsiteX5" fmla="*/ 53111 w 174174"/>
              <a:gd name="connsiteY5" fmla="*/ 13 h 319195"/>
              <a:gd name="connsiteX6" fmla="*/ 12344 w 174174"/>
              <a:gd name="connsiteY6" fmla="*/ 22492 h 319195"/>
              <a:gd name="connsiteX7" fmla="*/ 13011 w 174174"/>
              <a:gd name="connsiteY7" fmla="*/ 141935 h 319195"/>
              <a:gd name="connsiteX8" fmla="*/ 87211 w 174174"/>
              <a:gd name="connsiteY8" fmla="*/ 247758 h 319195"/>
            </a:gdLst>
            <a:ahLst/>
            <a:cxnLst/>
            <a:rect l="l" t="t" r="r" b="b"/>
            <a:pathLst>
              <a:path w="174174" h="319195">
                <a:moveTo>
                  <a:pt x="87116" y="247853"/>
                </a:moveTo>
                <a:cubicBezTo>
                  <a:pt x="116167" y="278619"/>
                  <a:pt x="144837" y="302050"/>
                  <a:pt x="174174" y="319195"/>
                </a:cubicBezTo>
                <a:cubicBezTo>
                  <a:pt x="163601" y="306527"/>
                  <a:pt x="153791" y="291382"/>
                  <a:pt x="144456" y="273380"/>
                </a:cubicBezTo>
                <a:cubicBezTo>
                  <a:pt x="125311" y="236518"/>
                  <a:pt x="108928" y="192989"/>
                  <a:pt x="97117" y="147555"/>
                </a:cubicBezTo>
                <a:cubicBezTo>
                  <a:pt x="87306" y="109931"/>
                  <a:pt x="76829" y="60496"/>
                  <a:pt x="81782" y="10966"/>
                </a:cubicBezTo>
                <a:cubicBezTo>
                  <a:pt x="74447" y="4299"/>
                  <a:pt x="62636" y="-273"/>
                  <a:pt x="53111" y="13"/>
                </a:cubicBezTo>
                <a:cubicBezTo>
                  <a:pt x="35109" y="679"/>
                  <a:pt x="21393" y="8204"/>
                  <a:pt x="12344" y="22492"/>
                </a:cubicBezTo>
                <a:cubicBezTo>
                  <a:pt x="-8325" y="55162"/>
                  <a:pt x="533" y="113074"/>
                  <a:pt x="13011" y="141935"/>
                </a:cubicBezTo>
                <a:cubicBezTo>
                  <a:pt x="28061" y="176797"/>
                  <a:pt x="50921" y="209372"/>
                  <a:pt x="87211" y="247758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0" name="任意多边形: 形状 17">
            <a:extLst>
              <a:ext uri="{FF2B5EF4-FFF2-40B4-BE49-F238E27FC236}">
                <a16:creationId xmlns:a16="http://schemas.microsoft.com/office/drawing/2014/main" id="{69C529A1-CD27-4BFB-A80F-8AC004FAE633}"/>
              </a:ext>
            </a:extLst>
          </p:cNvPr>
          <p:cNvSpPr>
            <a:spLocks noGrp="1"/>
          </p:cNvSpPr>
          <p:nvPr/>
        </p:nvSpPr>
        <p:spPr>
          <a:xfrm>
            <a:off x="4604387" y="503624"/>
            <a:ext cx="269979" cy="244967"/>
          </a:xfrm>
          <a:custGeom>
            <a:avLst/>
            <a:gdLst>
              <a:gd name="connsiteX0" fmla="*/ 45910 w 269979"/>
              <a:gd name="connsiteY0" fmla="*/ 215440 h 244967"/>
              <a:gd name="connsiteX1" fmla="*/ 0 w 269979"/>
              <a:gd name="connsiteY1" fmla="*/ 244967 h 244967"/>
              <a:gd name="connsiteX2" fmla="*/ 108680 w 269979"/>
              <a:gd name="connsiteY2" fmla="*/ 215630 h 244967"/>
              <a:gd name="connsiteX3" fmla="*/ 219742 w 269979"/>
              <a:gd name="connsiteY3" fmla="*/ 149622 h 244967"/>
              <a:gd name="connsiteX4" fmla="*/ 269367 w 269979"/>
              <a:gd name="connsiteY4" fmla="*/ 40942 h 244967"/>
              <a:gd name="connsiteX5" fmla="*/ 241459 w 269979"/>
              <a:gd name="connsiteY5" fmla="*/ 3699 h 244967"/>
              <a:gd name="connsiteX6" fmla="*/ 210788 w 269979"/>
              <a:gd name="connsiteY6" fmla="*/ 1889 h 244967"/>
              <a:gd name="connsiteX7" fmla="*/ 140779 w 269979"/>
              <a:gd name="connsiteY7" fmla="*/ 120094 h 244967"/>
              <a:gd name="connsiteX8" fmla="*/ 45910 w 269979"/>
              <a:gd name="connsiteY8" fmla="*/ 215440 h 244967"/>
            </a:gdLst>
            <a:ahLst/>
            <a:cxnLst/>
            <a:rect l="l" t="t" r="r" b="b"/>
            <a:pathLst>
              <a:path w="269979" h="244967">
                <a:moveTo>
                  <a:pt x="45910" y="215440"/>
                </a:moveTo>
                <a:cubicBezTo>
                  <a:pt x="30004" y="228013"/>
                  <a:pt x="14859" y="237728"/>
                  <a:pt x="0" y="244967"/>
                </a:cubicBezTo>
                <a:cubicBezTo>
                  <a:pt x="33814" y="241348"/>
                  <a:pt x="69532" y="231727"/>
                  <a:pt x="108680" y="215630"/>
                </a:cubicBezTo>
                <a:cubicBezTo>
                  <a:pt x="157544" y="195532"/>
                  <a:pt x="191738" y="175149"/>
                  <a:pt x="219742" y="149622"/>
                </a:cubicBezTo>
                <a:cubicBezTo>
                  <a:pt x="242983" y="128381"/>
                  <a:pt x="274796" y="79137"/>
                  <a:pt x="269367" y="40942"/>
                </a:cubicBezTo>
                <a:cubicBezTo>
                  <a:pt x="266986" y="24178"/>
                  <a:pt x="257556" y="11700"/>
                  <a:pt x="241459" y="3699"/>
                </a:cubicBezTo>
                <a:cubicBezTo>
                  <a:pt x="232981" y="-492"/>
                  <a:pt x="220123" y="-1159"/>
                  <a:pt x="210788" y="1889"/>
                </a:cubicBezTo>
                <a:cubicBezTo>
                  <a:pt x="194977" y="49038"/>
                  <a:pt x="165068" y="89805"/>
                  <a:pt x="140779" y="120094"/>
                </a:cubicBezTo>
                <a:cubicBezTo>
                  <a:pt x="111347" y="156766"/>
                  <a:pt x="78486" y="189722"/>
                  <a:pt x="45910" y="215440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1" name="任意多边形: 形状 18">
            <a:extLst>
              <a:ext uri="{FF2B5EF4-FFF2-40B4-BE49-F238E27FC236}">
                <a16:creationId xmlns:a16="http://schemas.microsoft.com/office/drawing/2014/main" id="{CA0C9095-E395-409F-8FB7-F0D40AAA01F6}"/>
              </a:ext>
            </a:extLst>
          </p:cNvPr>
          <p:cNvSpPr>
            <a:spLocks noGrp="1"/>
          </p:cNvSpPr>
          <p:nvPr/>
        </p:nvSpPr>
        <p:spPr>
          <a:xfrm>
            <a:off x="4607244" y="663343"/>
            <a:ext cx="246245" cy="104018"/>
          </a:xfrm>
          <a:custGeom>
            <a:avLst/>
            <a:gdLst>
              <a:gd name="connsiteX0" fmla="*/ 237649 w 246245"/>
              <a:gd name="connsiteY0" fmla="*/ 11811 h 104018"/>
              <a:gd name="connsiteX1" fmla="*/ 214979 w 246245"/>
              <a:gd name="connsiteY1" fmla="*/ 0 h 104018"/>
              <a:gd name="connsiteX2" fmla="*/ 108299 w 246245"/>
              <a:gd name="connsiteY2" fmla="*/ 61817 h 104018"/>
              <a:gd name="connsiteX3" fmla="*/ 0 w 246245"/>
              <a:gd name="connsiteY3" fmla="*/ 91345 h 104018"/>
              <a:gd name="connsiteX4" fmla="*/ 60674 w 246245"/>
              <a:gd name="connsiteY4" fmla="*/ 100394 h 104018"/>
              <a:gd name="connsiteX5" fmla="*/ 121730 w 246245"/>
              <a:gd name="connsiteY5" fmla="*/ 104013 h 104018"/>
              <a:gd name="connsiteX6" fmla="*/ 187166 w 246245"/>
              <a:gd name="connsiteY6" fmla="*/ 90678 h 104018"/>
              <a:gd name="connsiteX7" fmla="*/ 190024 w 246245"/>
              <a:gd name="connsiteY7" fmla="*/ 89725 h 104018"/>
              <a:gd name="connsiteX8" fmla="*/ 204978 w 246245"/>
              <a:gd name="connsiteY8" fmla="*/ 84106 h 104018"/>
              <a:gd name="connsiteX9" fmla="*/ 240697 w 246245"/>
              <a:gd name="connsiteY9" fmla="*/ 53149 h 104018"/>
              <a:gd name="connsiteX10" fmla="*/ 237649 w 246245"/>
              <a:gd name="connsiteY10" fmla="*/ 11906 h 104018"/>
            </a:gdLst>
            <a:ahLst/>
            <a:cxnLst/>
            <a:rect l="l" t="t" r="r" b="b"/>
            <a:pathLst>
              <a:path w="246245" h="104018">
                <a:moveTo>
                  <a:pt x="237649" y="11811"/>
                </a:moveTo>
                <a:cubicBezTo>
                  <a:pt x="233553" y="7906"/>
                  <a:pt x="228505" y="3143"/>
                  <a:pt x="214979" y="0"/>
                </a:cubicBezTo>
                <a:cubicBezTo>
                  <a:pt x="187547" y="23527"/>
                  <a:pt x="154305" y="42863"/>
                  <a:pt x="108299" y="61817"/>
                </a:cubicBezTo>
                <a:cubicBezTo>
                  <a:pt x="69437" y="77819"/>
                  <a:pt x="33814" y="87440"/>
                  <a:pt x="0" y="91345"/>
                </a:cubicBezTo>
                <a:cubicBezTo>
                  <a:pt x="19336" y="95059"/>
                  <a:pt x="39719" y="98107"/>
                  <a:pt x="60674" y="100394"/>
                </a:cubicBezTo>
                <a:cubicBezTo>
                  <a:pt x="84582" y="102965"/>
                  <a:pt x="104013" y="104108"/>
                  <a:pt x="121730" y="104013"/>
                </a:cubicBezTo>
                <a:cubicBezTo>
                  <a:pt x="140684" y="103823"/>
                  <a:pt x="161449" y="99631"/>
                  <a:pt x="187166" y="90678"/>
                </a:cubicBezTo>
                <a:lnTo>
                  <a:pt x="190024" y="89725"/>
                </a:lnTo>
                <a:cubicBezTo>
                  <a:pt x="194977" y="88011"/>
                  <a:pt x="200120" y="86201"/>
                  <a:pt x="204978" y="84106"/>
                </a:cubicBezTo>
                <a:cubicBezTo>
                  <a:pt x="221647" y="76772"/>
                  <a:pt x="233363" y="66675"/>
                  <a:pt x="240697" y="53149"/>
                </a:cubicBezTo>
                <a:cubicBezTo>
                  <a:pt x="247269" y="40957"/>
                  <a:pt x="249936" y="23717"/>
                  <a:pt x="237649" y="11906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2" name="任意多边形: 形状 19">
            <a:extLst>
              <a:ext uri="{FF2B5EF4-FFF2-40B4-BE49-F238E27FC236}">
                <a16:creationId xmlns:a16="http://schemas.microsoft.com/office/drawing/2014/main" id="{EE05DF90-B8EB-425B-8D16-49CEF423C136}"/>
              </a:ext>
            </a:extLst>
          </p:cNvPr>
          <p:cNvSpPr>
            <a:spLocks noGrp="1"/>
          </p:cNvSpPr>
          <p:nvPr/>
        </p:nvSpPr>
        <p:spPr>
          <a:xfrm>
            <a:off x="4597148" y="758974"/>
            <a:ext cx="107015" cy="37138"/>
          </a:xfrm>
          <a:custGeom>
            <a:avLst/>
            <a:gdLst>
              <a:gd name="connsiteX0" fmla="*/ 102965 w 107015"/>
              <a:gd name="connsiteY0" fmla="*/ 13811 h 37138"/>
              <a:gd name="connsiteX1" fmla="*/ 70104 w 107015"/>
              <a:gd name="connsiteY1" fmla="*/ 10954 h 37138"/>
              <a:gd name="connsiteX2" fmla="*/ 0 w 107015"/>
              <a:gd name="connsiteY2" fmla="*/ 0 h 37138"/>
              <a:gd name="connsiteX3" fmla="*/ 38481 w 107015"/>
              <a:gd name="connsiteY3" fmla="*/ 23717 h 37138"/>
              <a:gd name="connsiteX4" fmla="*/ 76676 w 107015"/>
              <a:gd name="connsiteY4" fmla="*/ 36290 h 37138"/>
              <a:gd name="connsiteX5" fmla="*/ 105632 w 107015"/>
              <a:gd name="connsiteY5" fmla="*/ 28861 h 37138"/>
              <a:gd name="connsiteX6" fmla="*/ 102965 w 107015"/>
              <a:gd name="connsiteY6" fmla="*/ 13811 h 37138"/>
            </a:gdLst>
            <a:ahLst/>
            <a:cxnLst/>
            <a:rect l="l" t="t" r="r" b="b"/>
            <a:pathLst>
              <a:path w="107015" h="37138">
                <a:moveTo>
                  <a:pt x="102965" y="13811"/>
                </a:moveTo>
                <a:cubicBezTo>
                  <a:pt x="92869" y="13240"/>
                  <a:pt x="82010" y="12287"/>
                  <a:pt x="70104" y="10954"/>
                </a:cubicBezTo>
                <a:cubicBezTo>
                  <a:pt x="45625" y="8287"/>
                  <a:pt x="22193" y="4667"/>
                  <a:pt x="0" y="0"/>
                </a:cubicBezTo>
                <a:cubicBezTo>
                  <a:pt x="15526" y="12478"/>
                  <a:pt x="27527" y="18669"/>
                  <a:pt x="38481" y="23717"/>
                </a:cubicBezTo>
                <a:cubicBezTo>
                  <a:pt x="50006" y="29051"/>
                  <a:pt x="63055" y="34480"/>
                  <a:pt x="76676" y="36290"/>
                </a:cubicBezTo>
                <a:cubicBezTo>
                  <a:pt x="87820" y="37719"/>
                  <a:pt x="100203" y="38481"/>
                  <a:pt x="105632" y="28861"/>
                </a:cubicBezTo>
                <a:cubicBezTo>
                  <a:pt x="108490" y="23813"/>
                  <a:pt x="106585" y="17717"/>
                  <a:pt x="102965" y="13811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3" name="任意多边形: 形状 20">
            <a:extLst>
              <a:ext uri="{FF2B5EF4-FFF2-40B4-BE49-F238E27FC236}">
                <a16:creationId xmlns:a16="http://schemas.microsoft.com/office/drawing/2014/main" id="{9CF4C148-E4F0-41F9-9012-8B1A6D12775B}"/>
              </a:ext>
            </a:extLst>
          </p:cNvPr>
          <p:cNvSpPr>
            <a:spLocks noGrp="1"/>
          </p:cNvSpPr>
          <p:nvPr/>
        </p:nvSpPr>
        <p:spPr>
          <a:xfrm>
            <a:off x="4592957" y="408349"/>
            <a:ext cx="221392" cy="338622"/>
          </a:xfrm>
          <a:custGeom>
            <a:avLst/>
            <a:gdLst>
              <a:gd name="connsiteX0" fmla="*/ 53435 w 221392"/>
              <a:gd name="connsiteY0" fmla="*/ 305762 h 338622"/>
              <a:gd name="connsiteX1" fmla="*/ 147256 w 221392"/>
              <a:gd name="connsiteY1" fmla="*/ 211369 h 338622"/>
              <a:gd name="connsiteX2" fmla="*/ 216789 w 221392"/>
              <a:gd name="connsiteY2" fmla="*/ 93545 h 338622"/>
              <a:gd name="connsiteX3" fmla="*/ 208502 w 221392"/>
              <a:gd name="connsiteY3" fmla="*/ 20869 h 338622"/>
              <a:gd name="connsiteX4" fmla="*/ 167926 w 221392"/>
              <a:gd name="connsiteY4" fmla="*/ 9 h 338622"/>
              <a:gd name="connsiteX5" fmla="*/ 134398 w 221392"/>
              <a:gd name="connsiteY5" fmla="*/ 4867 h 338622"/>
              <a:gd name="connsiteX6" fmla="*/ 133064 w 221392"/>
              <a:gd name="connsiteY6" fmla="*/ 20012 h 338622"/>
              <a:gd name="connsiteX7" fmla="*/ 117253 w 221392"/>
              <a:gd name="connsiteY7" fmla="*/ 80114 h 338622"/>
              <a:gd name="connsiteX8" fmla="*/ 109538 w 221392"/>
              <a:gd name="connsiteY8" fmla="*/ 102498 h 338622"/>
              <a:gd name="connsiteX9" fmla="*/ 67723 w 221392"/>
              <a:gd name="connsiteY9" fmla="*/ 208702 h 338622"/>
              <a:gd name="connsiteX10" fmla="*/ 0 w 221392"/>
              <a:gd name="connsiteY10" fmla="*/ 338623 h 338622"/>
              <a:gd name="connsiteX11" fmla="*/ 53435 w 221392"/>
              <a:gd name="connsiteY11" fmla="*/ 305762 h 338622"/>
            </a:gdLst>
            <a:ahLst/>
            <a:cxnLst/>
            <a:rect l="l" t="t" r="r" b="b"/>
            <a:pathLst>
              <a:path w="221392" h="338622">
                <a:moveTo>
                  <a:pt x="53435" y="305762"/>
                </a:moveTo>
                <a:cubicBezTo>
                  <a:pt x="85630" y="280330"/>
                  <a:pt x="118110" y="247754"/>
                  <a:pt x="147256" y="211369"/>
                </a:cubicBezTo>
                <a:cubicBezTo>
                  <a:pt x="171545" y="181175"/>
                  <a:pt x="201454" y="140408"/>
                  <a:pt x="216789" y="93545"/>
                </a:cubicBezTo>
                <a:cubicBezTo>
                  <a:pt x="225171" y="68113"/>
                  <a:pt x="221933" y="39538"/>
                  <a:pt x="208502" y="20869"/>
                </a:cubicBezTo>
                <a:cubicBezTo>
                  <a:pt x="198882" y="7439"/>
                  <a:pt x="184880" y="200"/>
                  <a:pt x="167926" y="9"/>
                </a:cubicBezTo>
                <a:cubicBezTo>
                  <a:pt x="156115" y="-181"/>
                  <a:pt x="142018" y="2676"/>
                  <a:pt x="134398" y="4867"/>
                </a:cubicBezTo>
                <a:cubicBezTo>
                  <a:pt x="134112" y="9725"/>
                  <a:pt x="133731" y="14678"/>
                  <a:pt x="133064" y="20012"/>
                </a:cubicBezTo>
                <a:cubicBezTo>
                  <a:pt x="130112" y="42205"/>
                  <a:pt x="123063" y="63827"/>
                  <a:pt x="117253" y="80114"/>
                </a:cubicBezTo>
                <a:cubicBezTo>
                  <a:pt x="114109" y="88973"/>
                  <a:pt x="111728" y="95926"/>
                  <a:pt x="109538" y="102498"/>
                </a:cubicBezTo>
                <a:cubicBezTo>
                  <a:pt x="102108" y="124501"/>
                  <a:pt x="96203" y="141932"/>
                  <a:pt x="67723" y="208702"/>
                </a:cubicBezTo>
                <a:cubicBezTo>
                  <a:pt x="46863" y="257565"/>
                  <a:pt x="21146" y="302999"/>
                  <a:pt x="0" y="338623"/>
                </a:cubicBezTo>
                <a:cubicBezTo>
                  <a:pt x="17145" y="331289"/>
                  <a:pt x="34766" y="320525"/>
                  <a:pt x="53435" y="305762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0130422B-5271-4259-9DC4-E1AF5115DBAA}"/>
              </a:ext>
            </a:extLst>
          </p:cNvPr>
          <p:cNvSpPr>
            <a:spLocks noGrp="1"/>
          </p:cNvSpPr>
          <p:nvPr/>
        </p:nvSpPr>
        <p:spPr>
          <a:xfrm>
            <a:off x="4389559" y="803943"/>
            <a:ext cx="76250" cy="40500"/>
          </a:xfrm>
          <a:custGeom>
            <a:avLst/>
            <a:gdLst>
              <a:gd name="connsiteX0" fmla="*/ 1765 w 76250"/>
              <a:gd name="connsiteY0" fmla="*/ 24860 h 40500"/>
              <a:gd name="connsiteX1" fmla="*/ 1955 w 76250"/>
              <a:gd name="connsiteY1" fmla="*/ 36385 h 40500"/>
              <a:gd name="connsiteX2" fmla="*/ 24530 w 76250"/>
              <a:gd name="connsiteY2" fmla="*/ 37814 h 40500"/>
              <a:gd name="connsiteX3" fmla="*/ 50723 w 76250"/>
              <a:gd name="connsiteY3" fmla="*/ 23336 h 40500"/>
              <a:gd name="connsiteX4" fmla="*/ 76250 w 76250"/>
              <a:gd name="connsiteY4" fmla="*/ 0 h 40500"/>
              <a:gd name="connsiteX5" fmla="*/ 25768 w 76250"/>
              <a:gd name="connsiteY5" fmla="*/ 18098 h 40500"/>
              <a:gd name="connsiteX6" fmla="*/ 1765 w 76250"/>
              <a:gd name="connsiteY6" fmla="*/ 24860 h 40500"/>
            </a:gdLst>
            <a:ahLst/>
            <a:cxnLst/>
            <a:rect l="l" t="t" r="r" b="b"/>
            <a:pathLst>
              <a:path w="76250" h="40500">
                <a:moveTo>
                  <a:pt x="1765" y="24860"/>
                </a:moveTo>
                <a:cubicBezTo>
                  <a:pt x="-331" y="28289"/>
                  <a:pt x="-902" y="33052"/>
                  <a:pt x="1955" y="36385"/>
                </a:cubicBezTo>
                <a:cubicBezTo>
                  <a:pt x="7385" y="42767"/>
                  <a:pt x="16433" y="40481"/>
                  <a:pt x="24530" y="37814"/>
                </a:cubicBezTo>
                <a:cubicBezTo>
                  <a:pt x="34340" y="34576"/>
                  <a:pt x="43294" y="28670"/>
                  <a:pt x="50723" y="23336"/>
                </a:cubicBezTo>
                <a:cubicBezTo>
                  <a:pt x="58439" y="17812"/>
                  <a:pt x="66535" y="11430"/>
                  <a:pt x="76250" y="0"/>
                </a:cubicBezTo>
                <a:cubicBezTo>
                  <a:pt x="60439" y="6572"/>
                  <a:pt x="43580" y="12668"/>
                  <a:pt x="25768" y="18098"/>
                </a:cubicBezTo>
                <a:cubicBezTo>
                  <a:pt x="17100" y="20765"/>
                  <a:pt x="9099" y="22955"/>
                  <a:pt x="1765" y="2486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B09EB80D-FA6A-476B-BAB7-7AC8CCDEFFF2}"/>
              </a:ext>
            </a:extLst>
          </p:cNvPr>
          <p:cNvSpPr>
            <a:spLocks noGrp="1"/>
          </p:cNvSpPr>
          <p:nvPr/>
        </p:nvSpPr>
        <p:spPr>
          <a:xfrm>
            <a:off x="4266150" y="764795"/>
            <a:ext cx="191658" cy="65708"/>
          </a:xfrm>
          <a:custGeom>
            <a:avLst/>
            <a:gdLst>
              <a:gd name="connsiteX0" fmla="*/ 191658 w 191658"/>
              <a:gd name="connsiteY0" fmla="*/ 37243 h 65708"/>
              <a:gd name="connsiteX1" fmla="*/ 107076 w 191658"/>
              <a:gd name="connsiteY1" fmla="*/ 30670 h 65708"/>
              <a:gd name="connsiteX2" fmla="*/ 19065 w 191658"/>
              <a:gd name="connsiteY2" fmla="*/ 0 h 65708"/>
              <a:gd name="connsiteX3" fmla="*/ 3920 w 191658"/>
              <a:gd name="connsiteY3" fmla="*/ 12001 h 65708"/>
              <a:gd name="connsiteX4" fmla="*/ 7540 w 191658"/>
              <a:gd name="connsiteY4" fmla="*/ 43053 h 65708"/>
              <a:gd name="connsiteX5" fmla="*/ 38401 w 191658"/>
              <a:gd name="connsiteY5" fmla="*/ 60960 h 65708"/>
              <a:gd name="connsiteX6" fmla="*/ 50307 w 191658"/>
              <a:gd name="connsiteY6" fmla="*/ 62960 h 65708"/>
              <a:gd name="connsiteX7" fmla="*/ 52593 w 191658"/>
              <a:gd name="connsiteY7" fmla="*/ 63341 h 65708"/>
              <a:gd name="connsiteX8" fmla="*/ 103076 w 191658"/>
              <a:gd name="connsiteY8" fmla="*/ 63913 h 65708"/>
              <a:gd name="connsiteX9" fmla="*/ 147843 w 191658"/>
              <a:gd name="connsiteY9" fmla="*/ 52578 h 65708"/>
              <a:gd name="connsiteX10" fmla="*/ 191658 w 191658"/>
              <a:gd name="connsiteY10" fmla="*/ 37243 h 65708"/>
            </a:gdLst>
            <a:ahLst/>
            <a:cxnLst/>
            <a:rect l="l" t="t" r="r" b="b"/>
            <a:pathLst>
              <a:path w="191658" h="65708">
                <a:moveTo>
                  <a:pt x="191658" y="37243"/>
                </a:moveTo>
                <a:cubicBezTo>
                  <a:pt x="166036" y="39148"/>
                  <a:pt x="138223" y="37052"/>
                  <a:pt x="107076" y="30670"/>
                </a:cubicBezTo>
                <a:cubicBezTo>
                  <a:pt x="70214" y="23146"/>
                  <a:pt x="42782" y="13621"/>
                  <a:pt x="19065" y="0"/>
                </a:cubicBezTo>
                <a:cubicBezTo>
                  <a:pt x="9445" y="4286"/>
                  <a:pt x="6397" y="8572"/>
                  <a:pt x="3920" y="12001"/>
                </a:cubicBezTo>
                <a:cubicBezTo>
                  <a:pt x="-3604" y="22574"/>
                  <a:pt x="872" y="34957"/>
                  <a:pt x="7540" y="43053"/>
                </a:cubicBezTo>
                <a:cubicBezTo>
                  <a:pt x="14874" y="52006"/>
                  <a:pt x="24971" y="57912"/>
                  <a:pt x="38401" y="60960"/>
                </a:cubicBezTo>
                <a:cubicBezTo>
                  <a:pt x="42306" y="61817"/>
                  <a:pt x="46402" y="62389"/>
                  <a:pt x="50307" y="62960"/>
                </a:cubicBezTo>
                <a:lnTo>
                  <a:pt x="52593" y="63341"/>
                </a:lnTo>
                <a:cubicBezTo>
                  <a:pt x="72881" y="66294"/>
                  <a:pt x="88979" y="66484"/>
                  <a:pt x="103076" y="63913"/>
                </a:cubicBezTo>
                <a:cubicBezTo>
                  <a:pt x="116220" y="61531"/>
                  <a:pt x="130508" y="57912"/>
                  <a:pt x="147843" y="52578"/>
                </a:cubicBezTo>
                <a:cubicBezTo>
                  <a:pt x="163178" y="47911"/>
                  <a:pt x="177847" y="42767"/>
                  <a:pt x="191658" y="3724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ACBF6FA2-207E-4300-BE6A-49754F4A6978}"/>
              </a:ext>
            </a:extLst>
          </p:cNvPr>
          <p:cNvSpPr>
            <a:spLocks noGrp="1"/>
          </p:cNvSpPr>
          <p:nvPr/>
        </p:nvSpPr>
        <p:spPr>
          <a:xfrm>
            <a:off x="4262920" y="565451"/>
            <a:ext cx="204508" cy="228871"/>
          </a:xfrm>
          <a:custGeom>
            <a:avLst/>
            <a:gdLst>
              <a:gd name="connsiteX0" fmla="*/ 89446 w 204508"/>
              <a:gd name="connsiteY0" fmla="*/ 69233 h 228871"/>
              <a:gd name="connsiteX1" fmla="*/ 80588 w 204508"/>
              <a:gd name="connsiteY1" fmla="*/ 53802 h 228871"/>
              <a:gd name="connsiteX2" fmla="*/ 60300 w 204508"/>
              <a:gd name="connsiteY2" fmla="*/ 11416 h 228871"/>
              <a:gd name="connsiteX3" fmla="*/ 57157 w 204508"/>
              <a:gd name="connsiteY3" fmla="*/ 367 h 228871"/>
              <a:gd name="connsiteX4" fmla="*/ 31630 w 204508"/>
              <a:gd name="connsiteY4" fmla="*/ 1510 h 228871"/>
              <a:gd name="connsiteX5" fmla="*/ 4483 w 204508"/>
              <a:gd name="connsiteY5" fmla="*/ 22751 h 228871"/>
              <a:gd name="connsiteX6" fmla="*/ 8674 w 204508"/>
              <a:gd name="connsiteY6" fmla="*/ 77900 h 228871"/>
              <a:gd name="connsiteX7" fmla="*/ 77064 w 204508"/>
              <a:gd name="connsiteY7" fmla="*/ 155434 h 228871"/>
              <a:gd name="connsiteX8" fmla="*/ 160122 w 204508"/>
              <a:gd name="connsiteY8" fmla="*/ 212108 h 228871"/>
              <a:gd name="connsiteX9" fmla="*/ 204508 w 204508"/>
              <a:gd name="connsiteY9" fmla="*/ 228872 h 228871"/>
              <a:gd name="connsiteX10" fmla="*/ 135738 w 204508"/>
              <a:gd name="connsiteY10" fmla="*/ 142099 h 228871"/>
              <a:gd name="connsiteX11" fmla="*/ 89542 w 204508"/>
              <a:gd name="connsiteY11" fmla="*/ 69233 h 228871"/>
            </a:gdLst>
            <a:ahLst/>
            <a:cxnLst/>
            <a:rect l="l" t="t" r="r" b="b"/>
            <a:pathLst>
              <a:path w="204508" h="228871">
                <a:moveTo>
                  <a:pt x="89446" y="69233"/>
                </a:moveTo>
                <a:cubicBezTo>
                  <a:pt x="86875" y="64661"/>
                  <a:pt x="84112" y="59898"/>
                  <a:pt x="80588" y="53802"/>
                </a:cubicBezTo>
                <a:cubicBezTo>
                  <a:pt x="73921" y="42467"/>
                  <a:pt x="65634" y="27418"/>
                  <a:pt x="60300" y="11416"/>
                </a:cubicBezTo>
                <a:cubicBezTo>
                  <a:pt x="59062" y="7606"/>
                  <a:pt x="58014" y="3891"/>
                  <a:pt x="57157" y="367"/>
                </a:cubicBezTo>
                <a:cubicBezTo>
                  <a:pt x="51251" y="-205"/>
                  <a:pt x="40393" y="-300"/>
                  <a:pt x="31630" y="1510"/>
                </a:cubicBezTo>
                <a:cubicBezTo>
                  <a:pt x="19152" y="4082"/>
                  <a:pt x="9722" y="11416"/>
                  <a:pt x="4483" y="22751"/>
                </a:cubicBezTo>
                <a:cubicBezTo>
                  <a:pt x="-2756" y="38562"/>
                  <a:pt x="-1136" y="60184"/>
                  <a:pt x="8674" y="77900"/>
                </a:cubicBezTo>
                <a:cubicBezTo>
                  <a:pt x="26772" y="110476"/>
                  <a:pt x="54680" y="136479"/>
                  <a:pt x="77064" y="155434"/>
                </a:cubicBezTo>
                <a:cubicBezTo>
                  <a:pt x="103924" y="178199"/>
                  <a:pt x="132595" y="197820"/>
                  <a:pt x="160122" y="212108"/>
                </a:cubicBezTo>
                <a:cubicBezTo>
                  <a:pt x="176124" y="220394"/>
                  <a:pt x="190697" y="225919"/>
                  <a:pt x="204508" y="228872"/>
                </a:cubicBezTo>
                <a:cubicBezTo>
                  <a:pt x="183744" y="205440"/>
                  <a:pt x="158217" y="175341"/>
                  <a:pt x="135738" y="142099"/>
                </a:cubicBezTo>
                <a:cubicBezTo>
                  <a:pt x="105067" y="96569"/>
                  <a:pt x="98209" y="84473"/>
                  <a:pt x="89542" y="6923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015C994-17F7-4B5F-90C2-1391A7C78A25}"/>
              </a:ext>
            </a:extLst>
          </p:cNvPr>
          <p:cNvSpPr>
            <a:spLocks noGrp="1"/>
          </p:cNvSpPr>
          <p:nvPr/>
        </p:nvSpPr>
        <p:spPr>
          <a:xfrm>
            <a:off x="4321892" y="500488"/>
            <a:ext cx="148965" cy="290596"/>
          </a:xfrm>
          <a:custGeom>
            <a:avLst/>
            <a:gdLst>
              <a:gd name="connsiteX0" fmla="*/ 114294 w 148965"/>
              <a:gd name="connsiteY0" fmla="*/ 98096 h 290596"/>
              <a:gd name="connsiteX1" fmla="*/ 109341 w 148965"/>
              <a:gd name="connsiteY1" fmla="*/ 80856 h 290596"/>
              <a:gd name="connsiteX2" fmla="*/ 93339 w 148965"/>
              <a:gd name="connsiteY2" fmla="*/ 37708 h 290596"/>
              <a:gd name="connsiteX3" fmla="*/ 63907 w 148965"/>
              <a:gd name="connsiteY3" fmla="*/ 3989 h 290596"/>
              <a:gd name="connsiteX4" fmla="*/ 27426 w 148965"/>
              <a:gd name="connsiteY4" fmla="*/ 3799 h 290596"/>
              <a:gd name="connsiteX5" fmla="*/ 26759 w 148965"/>
              <a:gd name="connsiteY5" fmla="*/ 4085 h 290596"/>
              <a:gd name="connsiteX6" fmla="*/ 2090 w 148965"/>
              <a:gd name="connsiteY6" fmla="*/ 30183 h 290596"/>
              <a:gd name="connsiteX7" fmla="*/ 5804 w 148965"/>
              <a:gd name="connsiteY7" fmla="*/ 74760 h 290596"/>
              <a:gd name="connsiteX8" fmla="*/ 25712 w 148965"/>
              <a:gd name="connsiteY8" fmla="*/ 116194 h 290596"/>
              <a:gd name="connsiteX9" fmla="*/ 34665 w 148965"/>
              <a:gd name="connsiteY9" fmla="*/ 131720 h 290596"/>
              <a:gd name="connsiteX10" fmla="*/ 80671 w 148965"/>
              <a:gd name="connsiteY10" fmla="*/ 204300 h 290596"/>
              <a:gd name="connsiteX11" fmla="*/ 148965 w 148965"/>
              <a:gd name="connsiteY11" fmla="*/ 290597 h 290596"/>
              <a:gd name="connsiteX12" fmla="*/ 134487 w 148965"/>
              <a:gd name="connsiteY12" fmla="*/ 181535 h 290596"/>
              <a:gd name="connsiteX13" fmla="*/ 114389 w 148965"/>
              <a:gd name="connsiteY13" fmla="*/ 98001 h 290596"/>
            </a:gdLst>
            <a:ahLst/>
            <a:cxnLst/>
            <a:rect l="l" t="t" r="r" b="b"/>
            <a:pathLst>
              <a:path w="148965" h="290596">
                <a:moveTo>
                  <a:pt x="114294" y="98096"/>
                </a:moveTo>
                <a:cubicBezTo>
                  <a:pt x="112770" y="93048"/>
                  <a:pt x="111246" y="87714"/>
                  <a:pt x="109341" y="80856"/>
                </a:cubicBezTo>
                <a:cubicBezTo>
                  <a:pt x="105912" y="68474"/>
                  <a:pt x="100959" y="52281"/>
                  <a:pt x="93339" y="37708"/>
                </a:cubicBezTo>
                <a:cubicBezTo>
                  <a:pt x="84386" y="20372"/>
                  <a:pt x="74670" y="9323"/>
                  <a:pt x="63907" y="3989"/>
                </a:cubicBezTo>
                <a:cubicBezTo>
                  <a:pt x="53239" y="-1249"/>
                  <a:pt x="38951" y="-1345"/>
                  <a:pt x="27426" y="3799"/>
                </a:cubicBezTo>
                <a:cubicBezTo>
                  <a:pt x="27236" y="3799"/>
                  <a:pt x="26950" y="3989"/>
                  <a:pt x="26759" y="4085"/>
                </a:cubicBezTo>
                <a:cubicBezTo>
                  <a:pt x="15234" y="8942"/>
                  <a:pt x="5614" y="19134"/>
                  <a:pt x="2090" y="30183"/>
                </a:cubicBezTo>
                <a:cubicBezTo>
                  <a:pt x="-1625" y="41708"/>
                  <a:pt x="-387" y="56282"/>
                  <a:pt x="5804" y="74760"/>
                </a:cubicBezTo>
                <a:cubicBezTo>
                  <a:pt x="11043" y="90381"/>
                  <a:pt x="19139" y="105145"/>
                  <a:pt x="25712" y="116194"/>
                </a:cubicBezTo>
                <a:cubicBezTo>
                  <a:pt x="29331" y="122290"/>
                  <a:pt x="32093" y="127148"/>
                  <a:pt x="34665" y="131720"/>
                </a:cubicBezTo>
                <a:cubicBezTo>
                  <a:pt x="43238" y="146960"/>
                  <a:pt x="50096" y="158961"/>
                  <a:pt x="80671" y="204300"/>
                </a:cubicBezTo>
                <a:cubicBezTo>
                  <a:pt x="102959" y="237352"/>
                  <a:pt x="128296" y="267260"/>
                  <a:pt x="148965" y="290597"/>
                </a:cubicBezTo>
                <a:cubicBezTo>
                  <a:pt x="146584" y="259545"/>
                  <a:pt x="142774" y="220493"/>
                  <a:pt x="134487" y="181535"/>
                </a:cubicBezTo>
                <a:cubicBezTo>
                  <a:pt x="123152" y="128005"/>
                  <a:pt x="119247" y="114765"/>
                  <a:pt x="114389" y="98001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8A9120B9-BA96-4E36-B75F-E97268EA608B}"/>
              </a:ext>
            </a:extLst>
          </p:cNvPr>
          <p:cNvSpPr>
            <a:spLocks noGrp="1"/>
          </p:cNvSpPr>
          <p:nvPr/>
        </p:nvSpPr>
        <p:spPr>
          <a:xfrm>
            <a:off x="4230104" y="646567"/>
            <a:ext cx="228942" cy="151493"/>
          </a:xfrm>
          <a:custGeom>
            <a:avLst/>
            <a:gdLst>
              <a:gd name="connsiteX0" fmla="*/ 144075 w 228942"/>
              <a:gd name="connsiteY0" fmla="*/ 144327 h 151493"/>
              <a:gd name="connsiteX1" fmla="*/ 228942 w 228942"/>
              <a:gd name="connsiteY1" fmla="*/ 150709 h 151493"/>
              <a:gd name="connsiteX2" fmla="*/ 190652 w 228942"/>
              <a:gd name="connsiteY2" fmla="*/ 135278 h 151493"/>
              <a:gd name="connsiteX3" fmla="*/ 106737 w 228942"/>
              <a:gd name="connsiteY3" fmla="*/ 78033 h 151493"/>
              <a:gd name="connsiteX4" fmla="*/ 37966 w 228942"/>
              <a:gd name="connsiteY4" fmla="*/ 214 h 151493"/>
              <a:gd name="connsiteX5" fmla="*/ 15487 w 228942"/>
              <a:gd name="connsiteY5" fmla="*/ 5929 h 151493"/>
              <a:gd name="connsiteX6" fmla="*/ 57 w 228942"/>
              <a:gd name="connsiteY6" fmla="*/ 37552 h 151493"/>
              <a:gd name="connsiteX7" fmla="*/ 52349 w 228942"/>
              <a:gd name="connsiteY7" fmla="*/ 111180 h 151493"/>
              <a:gd name="connsiteX8" fmla="*/ 144170 w 228942"/>
              <a:gd name="connsiteY8" fmla="*/ 144422 h 151493"/>
            </a:gdLst>
            <a:ahLst/>
            <a:cxnLst/>
            <a:rect l="l" t="t" r="r" b="b"/>
            <a:pathLst>
              <a:path w="228942" h="151493">
                <a:moveTo>
                  <a:pt x="144075" y="144327"/>
                </a:moveTo>
                <a:cubicBezTo>
                  <a:pt x="175412" y="150709"/>
                  <a:pt x="203320" y="152804"/>
                  <a:pt x="228942" y="150709"/>
                </a:cubicBezTo>
                <a:cubicBezTo>
                  <a:pt x="216941" y="147470"/>
                  <a:pt x="204273" y="142327"/>
                  <a:pt x="190652" y="135278"/>
                </a:cubicBezTo>
                <a:cubicBezTo>
                  <a:pt x="162839" y="120800"/>
                  <a:pt x="133788" y="100988"/>
                  <a:pt x="106737" y="78033"/>
                </a:cubicBezTo>
                <a:cubicBezTo>
                  <a:pt x="84353" y="58983"/>
                  <a:pt x="56349" y="32980"/>
                  <a:pt x="37966" y="214"/>
                </a:cubicBezTo>
                <a:cubicBezTo>
                  <a:pt x="30537" y="-739"/>
                  <a:pt x="21202" y="1547"/>
                  <a:pt x="15487" y="5929"/>
                </a:cubicBezTo>
                <a:cubicBezTo>
                  <a:pt x="4629" y="14120"/>
                  <a:pt x="-610" y="24788"/>
                  <a:pt x="57" y="37552"/>
                </a:cubicBezTo>
                <a:cubicBezTo>
                  <a:pt x="1485" y="66698"/>
                  <a:pt x="32061" y="98702"/>
                  <a:pt x="52349" y="111180"/>
                </a:cubicBezTo>
                <a:cubicBezTo>
                  <a:pt x="76733" y="126230"/>
                  <a:pt x="105117" y="136421"/>
                  <a:pt x="144170" y="144422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0D89CFD7-274D-41E7-82E4-27CE131CD239}"/>
              </a:ext>
            </a:extLst>
          </p:cNvPr>
          <p:cNvSpPr>
            <a:spLocks noGrp="1"/>
          </p:cNvSpPr>
          <p:nvPr/>
        </p:nvSpPr>
        <p:spPr>
          <a:xfrm>
            <a:off x="4483430" y="532285"/>
            <a:ext cx="96959" cy="254608"/>
          </a:xfrm>
          <a:custGeom>
            <a:avLst/>
            <a:gdLst>
              <a:gd name="connsiteX0" fmla="*/ 15526 w 96959"/>
              <a:gd name="connsiteY0" fmla="*/ 216413 h 254608"/>
              <a:gd name="connsiteX1" fmla="*/ 0 w 96959"/>
              <a:gd name="connsiteY1" fmla="*/ 254608 h 254608"/>
              <a:gd name="connsiteX2" fmla="*/ 54483 w 96959"/>
              <a:gd name="connsiteY2" fmla="*/ 189267 h 254608"/>
              <a:gd name="connsiteX3" fmla="*/ 94488 w 96959"/>
              <a:gd name="connsiteY3" fmla="*/ 100208 h 254608"/>
              <a:gd name="connsiteX4" fmla="*/ 78010 w 96959"/>
              <a:gd name="connsiteY4" fmla="*/ 11435 h 254608"/>
              <a:gd name="connsiteX5" fmla="*/ 44577 w 96959"/>
              <a:gd name="connsiteY5" fmla="*/ 576 h 254608"/>
              <a:gd name="connsiteX6" fmla="*/ 24860 w 96959"/>
              <a:gd name="connsiteY6" fmla="*/ 12768 h 254608"/>
              <a:gd name="connsiteX7" fmla="*/ 32861 w 96959"/>
              <a:gd name="connsiteY7" fmla="*/ 116305 h 254608"/>
              <a:gd name="connsiteX8" fmla="*/ 15621 w 96959"/>
              <a:gd name="connsiteY8" fmla="*/ 216413 h 254608"/>
            </a:gdLst>
            <a:ahLst/>
            <a:cxnLst/>
            <a:rect l="l" t="t" r="r" b="b"/>
            <a:pathLst>
              <a:path w="96959" h="254608">
                <a:moveTo>
                  <a:pt x="15526" y="216413"/>
                </a:moveTo>
                <a:cubicBezTo>
                  <a:pt x="11144" y="231081"/>
                  <a:pt x="6001" y="243654"/>
                  <a:pt x="0" y="254608"/>
                </a:cubicBezTo>
                <a:cubicBezTo>
                  <a:pt x="19336" y="237654"/>
                  <a:pt x="37243" y="216222"/>
                  <a:pt x="54483" y="189267"/>
                </a:cubicBezTo>
                <a:cubicBezTo>
                  <a:pt x="76009" y="155643"/>
                  <a:pt x="88297" y="128211"/>
                  <a:pt x="94488" y="100208"/>
                </a:cubicBezTo>
                <a:cubicBezTo>
                  <a:pt x="99631" y="76967"/>
                  <a:pt x="97917" y="32771"/>
                  <a:pt x="78010" y="11435"/>
                </a:cubicBezTo>
                <a:cubicBezTo>
                  <a:pt x="69247" y="2100"/>
                  <a:pt x="58007" y="-1519"/>
                  <a:pt x="44577" y="576"/>
                </a:cubicBezTo>
                <a:cubicBezTo>
                  <a:pt x="37528" y="1719"/>
                  <a:pt x="29242" y="6863"/>
                  <a:pt x="24860" y="12768"/>
                </a:cubicBezTo>
                <a:cubicBezTo>
                  <a:pt x="35528" y="48773"/>
                  <a:pt x="34766" y="86968"/>
                  <a:pt x="32861" y="116305"/>
                </a:cubicBezTo>
                <a:cubicBezTo>
                  <a:pt x="30575" y="151738"/>
                  <a:pt x="24575" y="186409"/>
                  <a:pt x="15621" y="21641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B485EB5A-33D6-47A8-8F5A-9DEF1E921C49}"/>
              </a:ext>
            </a:extLst>
          </p:cNvPr>
          <p:cNvSpPr>
            <a:spLocks noGrp="1"/>
          </p:cNvSpPr>
          <p:nvPr/>
        </p:nvSpPr>
        <p:spPr>
          <a:xfrm>
            <a:off x="4487812" y="636434"/>
            <a:ext cx="132715" cy="152935"/>
          </a:xfrm>
          <a:custGeom>
            <a:avLst/>
            <a:gdLst>
              <a:gd name="connsiteX0" fmla="*/ 112395 w 132715"/>
              <a:gd name="connsiteY0" fmla="*/ 535 h 152935"/>
              <a:gd name="connsiteX1" fmla="*/ 93250 w 132715"/>
              <a:gd name="connsiteY1" fmla="*/ 3107 h 152935"/>
              <a:gd name="connsiteX2" fmla="*/ 54102 w 132715"/>
              <a:gd name="connsiteY2" fmla="*/ 87689 h 152935"/>
              <a:gd name="connsiteX3" fmla="*/ 0 w 132715"/>
              <a:gd name="connsiteY3" fmla="*/ 152935 h 152935"/>
              <a:gd name="connsiteX4" fmla="*/ 41529 w 132715"/>
              <a:gd name="connsiteY4" fmla="*/ 132171 h 152935"/>
              <a:gd name="connsiteX5" fmla="*/ 80867 w 132715"/>
              <a:gd name="connsiteY5" fmla="*/ 107882 h 152935"/>
              <a:gd name="connsiteX6" fmla="*/ 115538 w 132715"/>
              <a:gd name="connsiteY6" fmla="*/ 71211 h 152935"/>
              <a:gd name="connsiteX7" fmla="*/ 116872 w 132715"/>
              <a:gd name="connsiteY7" fmla="*/ 69306 h 152935"/>
              <a:gd name="connsiteX8" fmla="*/ 123730 w 132715"/>
              <a:gd name="connsiteY8" fmla="*/ 59305 h 152935"/>
              <a:gd name="connsiteX9" fmla="*/ 132398 w 132715"/>
              <a:gd name="connsiteY9" fmla="*/ 24634 h 152935"/>
              <a:gd name="connsiteX10" fmla="*/ 112586 w 132715"/>
              <a:gd name="connsiteY10" fmla="*/ 440 h 152935"/>
            </a:gdLst>
            <a:ahLst/>
            <a:cxnLst/>
            <a:rect l="l" t="t" r="r" b="b"/>
            <a:pathLst>
              <a:path w="132715" h="152935">
                <a:moveTo>
                  <a:pt x="112395" y="535"/>
                </a:moveTo>
                <a:cubicBezTo>
                  <a:pt x="108204" y="-131"/>
                  <a:pt x="102965" y="-893"/>
                  <a:pt x="93250" y="3107"/>
                </a:cubicBezTo>
                <a:cubicBezTo>
                  <a:pt x="86487" y="29587"/>
                  <a:pt x="74295" y="55971"/>
                  <a:pt x="54102" y="87689"/>
                </a:cubicBezTo>
                <a:cubicBezTo>
                  <a:pt x="36957" y="114454"/>
                  <a:pt x="19145" y="135886"/>
                  <a:pt x="0" y="152935"/>
                </a:cubicBezTo>
                <a:cubicBezTo>
                  <a:pt x="13621" y="146839"/>
                  <a:pt x="27527" y="139886"/>
                  <a:pt x="41529" y="132171"/>
                </a:cubicBezTo>
                <a:cubicBezTo>
                  <a:pt x="57436" y="123408"/>
                  <a:pt x="69914" y="115693"/>
                  <a:pt x="80867" y="107882"/>
                </a:cubicBezTo>
                <a:cubicBezTo>
                  <a:pt x="92488" y="99595"/>
                  <a:pt x="103537" y="87880"/>
                  <a:pt x="115538" y="71211"/>
                </a:cubicBezTo>
                <a:lnTo>
                  <a:pt x="116872" y="69306"/>
                </a:lnTo>
                <a:cubicBezTo>
                  <a:pt x="119253" y="66067"/>
                  <a:pt x="121634" y="62734"/>
                  <a:pt x="123730" y="59305"/>
                </a:cubicBezTo>
                <a:cubicBezTo>
                  <a:pt x="130874" y="47494"/>
                  <a:pt x="133731" y="36159"/>
                  <a:pt x="132398" y="24634"/>
                </a:cubicBezTo>
                <a:cubicBezTo>
                  <a:pt x="131159" y="14251"/>
                  <a:pt x="125349" y="2440"/>
                  <a:pt x="112586" y="44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418C8F6-DF6B-4E37-B1FD-D41FAB5874B3}"/>
              </a:ext>
            </a:extLst>
          </p:cNvPr>
          <p:cNvSpPr>
            <a:spLocks noGrp="1"/>
          </p:cNvSpPr>
          <p:nvPr/>
        </p:nvSpPr>
        <p:spPr>
          <a:xfrm>
            <a:off x="4483335" y="760223"/>
            <a:ext cx="77870" cy="36609"/>
          </a:xfrm>
          <a:custGeom>
            <a:avLst/>
            <a:gdLst>
              <a:gd name="connsiteX0" fmla="*/ 69723 w 77870"/>
              <a:gd name="connsiteY0" fmla="*/ 0 h 36609"/>
              <a:gd name="connsiteX1" fmla="*/ 48101 w 77870"/>
              <a:gd name="connsiteY1" fmla="*/ 12573 h 36609"/>
              <a:gd name="connsiteX2" fmla="*/ 0 w 77870"/>
              <a:gd name="connsiteY2" fmla="*/ 36290 h 36609"/>
              <a:gd name="connsiteX3" fmla="*/ 34100 w 77870"/>
              <a:gd name="connsiteY3" fmla="*/ 34290 h 36609"/>
              <a:gd name="connsiteX4" fmla="*/ 63151 w 77870"/>
              <a:gd name="connsiteY4" fmla="*/ 25432 h 36609"/>
              <a:gd name="connsiteX5" fmla="*/ 77819 w 77870"/>
              <a:gd name="connsiteY5" fmla="*/ 8192 h 36609"/>
              <a:gd name="connsiteX6" fmla="*/ 69628 w 77870"/>
              <a:gd name="connsiteY6" fmla="*/ 0 h 36609"/>
            </a:gdLst>
            <a:ahLst/>
            <a:cxnLst/>
            <a:rect l="l" t="t" r="r" b="b"/>
            <a:pathLst>
              <a:path w="77870" h="36609">
                <a:moveTo>
                  <a:pt x="69723" y="0"/>
                </a:moveTo>
                <a:cubicBezTo>
                  <a:pt x="63246" y="4001"/>
                  <a:pt x="56102" y="8096"/>
                  <a:pt x="48101" y="12573"/>
                </a:cubicBezTo>
                <a:cubicBezTo>
                  <a:pt x="31814" y="21527"/>
                  <a:pt x="15716" y="29432"/>
                  <a:pt x="0" y="36290"/>
                </a:cubicBezTo>
                <a:cubicBezTo>
                  <a:pt x="14954" y="37243"/>
                  <a:pt x="25051" y="35909"/>
                  <a:pt x="34100" y="34290"/>
                </a:cubicBezTo>
                <a:cubicBezTo>
                  <a:pt x="43529" y="32576"/>
                  <a:pt x="54007" y="30290"/>
                  <a:pt x="63151" y="25432"/>
                </a:cubicBezTo>
                <a:cubicBezTo>
                  <a:pt x="70676" y="21527"/>
                  <a:pt x="78581" y="16574"/>
                  <a:pt x="77819" y="8192"/>
                </a:cubicBezTo>
                <a:cubicBezTo>
                  <a:pt x="77438" y="3810"/>
                  <a:pt x="73533" y="857"/>
                  <a:pt x="69628" y="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11EBAE48-3649-414B-AE31-964D9F18EC19}"/>
              </a:ext>
            </a:extLst>
          </p:cNvPr>
          <p:cNvSpPr>
            <a:spLocks noGrp="1"/>
          </p:cNvSpPr>
          <p:nvPr/>
        </p:nvSpPr>
        <p:spPr>
          <a:xfrm>
            <a:off x="4413898" y="501576"/>
            <a:ext cx="98672" cy="289127"/>
          </a:xfrm>
          <a:custGeom>
            <a:avLst/>
            <a:gdLst>
              <a:gd name="connsiteX0" fmla="*/ 80486 w 98672"/>
              <a:gd name="connsiteY0" fmla="*/ 245693 h 289127"/>
              <a:gd name="connsiteX1" fmla="*/ 97536 w 98672"/>
              <a:gd name="connsiteY1" fmla="*/ 146633 h 289127"/>
              <a:gd name="connsiteX2" fmla="*/ 89345 w 98672"/>
              <a:gd name="connsiteY2" fmla="*/ 43573 h 289127"/>
              <a:gd name="connsiteX3" fmla="*/ 52673 w 98672"/>
              <a:gd name="connsiteY3" fmla="*/ 2234 h 289127"/>
              <a:gd name="connsiteX4" fmla="*/ 18574 w 98672"/>
              <a:gd name="connsiteY4" fmla="*/ 6901 h 289127"/>
              <a:gd name="connsiteX5" fmla="*/ 0 w 98672"/>
              <a:gd name="connsiteY5" fmla="*/ 24427 h 289127"/>
              <a:gd name="connsiteX6" fmla="*/ 5715 w 98672"/>
              <a:gd name="connsiteY6" fmla="*/ 34333 h 289127"/>
              <a:gd name="connsiteX7" fmla="*/ 22003 w 98672"/>
              <a:gd name="connsiteY7" fmla="*/ 78434 h 289127"/>
              <a:gd name="connsiteX8" fmla="*/ 26956 w 98672"/>
              <a:gd name="connsiteY8" fmla="*/ 95579 h 289127"/>
              <a:gd name="connsiteX9" fmla="*/ 47149 w 98672"/>
              <a:gd name="connsiteY9" fmla="*/ 179399 h 289127"/>
              <a:gd name="connsiteX10" fmla="*/ 61627 w 98672"/>
              <a:gd name="connsiteY10" fmla="*/ 289127 h 289127"/>
              <a:gd name="connsiteX11" fmla="*/ 80391 w 98672"/>
              <a:gd name="connsiteY11" fmla="*/ 245598 h 289127"/>
            </a:gdLst>
            <a:ahLst/>
            <a:cxnLst/>
            <a:rect l="l" t="t" r="r" b="b"/>
            <a:pathLst>
              <a:path w="98672" h="289127">
                <a:moveTo>
                  <a:pt x="80486" y="245693"/>
                </a:moveTo>
                <a:cubicBezTo>
                  <a:pt x="89345" y="215975"/>
                  <a:pt x="95250" y="181685"/>
                  <a:pt x="97536" y="146633"/>
                </a:cubicBezTo>
                <a:cubicBezTo>
                  <a:pt x="99441" y="117391"/>
                  <a:pt x="100203" y="79196"/>
                  <a:pt x="89345" y="43573"/>
                </a:cubicBezTo>
                <a:cubicBezTo>
                  <a:pt x="83439" y="24237"/>
                  <a:pt x="69056" y="7949"/>
                  <a:pt x="52673" y="2234"/>
                </a:cubicBezTo>
                <a:cubicBezTo>
                  <a:pt x="40862" y="-1862"/>
                  <a:pt x="29051" y="-338"/>
                  <a:pt x="18574" y="6901"/>
                </a:cubicBezTo>
                <a:cubicBezTo>
                  <a:pt x="11240" y="11950"/>
                  <a:pt x="3715" y="19855"/>
                  <a:pt x="0" y="24427"/>
                </a:cubicBezTo>
                <a:cubicBezTo>
                  <a:pt x="1905" y="27475"/>
                  <a:pt x="3810" y="30809"/>
                  <a:pt x="5715" y="34333"/>
                </a:cubicBezTo>
                <a:cubicBezTo>
                  <a:pt x="13526" y="49383"/>
                  <a:pt x="18574" y="65766"/>
                  <a:pt x="22003" y="78434"/>
                </a:cubicBezTo>
                <a:cubicBezTo>
                  <a:pt x="23908" y="85292"/>
                  <a:pt x="25432" y="90626"/>
                  <a:pt x="26956" y="95579"/>
                </a:cubicBezTo>
                <a:cubicBezTo>
                  <a:pt x="31909" y="112438"/>
                  <a:pt x="35814" y="125773"/>
                  <a:pt x="47149" y="179399"/>
                </a:cubicBezTo>
                <a:cubicBezTo>
                  <a:pt x="55435" y="218642"/>
                  <a:pt x="59341" y="257980"/>
                  <a:pt x="61627" y="289127"/>
                </a:cubicBezTo>
                <a:cubicBezTo>
                  <a:pt x="69056" y="277126"/>
                  <a:pt x="75248" y="262838"/>
                  <a:pt x="80391" y="245598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D86A944B-AF43-49DF-98D8-64381849D97F}"/>
              </a:ext>
            </a:extLst>
          </p:cNvPr>
          <p:cNvSpPr>
            <a:spLocks noGrp="1"/>
          </p:cNvSpPr>
          <p:nvPr/>
        </p:nvSpPr>
        <p:spPr>
          <a:xfrm>
            <a:off x="0" y="3945255"/>
            <a:ext cx="12192000" cy="1186815"/>
          </a:xfrm>
          <a:custGeom>
            <a:avLst/>
            <a:gdLst>
              <a:gd name="connsiteX0" fmla="*/ 11281874 w 12192005"/>
              <a:gd name="connsiteY0" fmla="*/ 340 h 1187027"/>
              <a:gd name="connsiteX1" fmla="*/ 12191521 w 12192005"/>
              <a:gd name="connsiteY1" fmla="*/ 11670 h 1187027"/>
              <a:gd name="connsiteX2" fmla="*/ 12191535 w 12192005"/>
              <a:gd name="connsiteY2" fmla="*/ 11670 h 1187027"/>
              <a:gd name="connsiteX3" fmla="*/ 12192005 w 12192005"/>
              <a:gd name="connsiteY3" fmla="*/ 203355 h 1187027"/>
              <a:gd name="connsiteX4" fmla="*/ 12191521 w 12192005"/>
              <a:gd name="connsiteY4" fmla="*/ 203355 h 1187027"/>
              <a:gd name="connsiteX5" fmla="*/ 9229780 w 12192005"/>
              <a:gd name="connsiteY5" fmla="*/ 341874 h 1187027"/>
              <a:gd name="connsiteX6" fmla="*/ 2833140 w 12192005"/>
              <a:gd name="connsiteY6" fmla="*/ 1182698 h 1187027"/>
              <a:gd name="connsiteX7" fmla="*/ 0 w 12192005"/>
              <a:gd name="connsiteY7" fmla="*/ 1007862 h 1187027"/>
              <a:gd name="connsiteX8" fmla="*/ 0 w 12192005"/>
              <a:gd name="connsiteY8" fmla="*/ 816177 h 1187027"/>
              <a:gd name="connsiteX9" fmla="*/ 2833140 w 12192005"/>
              <a:gd name="connsiteY9" fmla="*/ 991013 h 1187027"/>
              <a:gd name="connsiteX10" fmla="*/ 9229780 w 12192005"/>
              <a:gd name="connsiteY10" fmla="*/ 150189 h 1187027"/>
              <a:gd name="connsiteX11" fmla="*/ 11281874 w 12192005"/>
              <a:gd name="connsiteY11" fmla="*/ 340 h 1187027"/>
            </a:gdLst>
            <a:ahLst/>
            <a:cxnLst/>
            <a:rect l="l" t="t" r="r" b="b"/>
            <a:pathLst>
              <a:path w="12192005" h="1187027">
                <a:moveTo>
                  <a:pt x="11281874" y="340"/>
                </a:moveTo>
                <a:cubicBezTo>
                  <a:pt x="11650229" y="-1733"/>
                  <a:pt x="11968407" y="6127"/>
                  <a:pt x="12191521" y="11670"/>
                </a:cubicBezTo>
                <a:lnTo>
                  <a:pt x="12191535" y="11670"/>
                </a:lnTo>
                <a:lnTo>
                  <a:pt x="12192005" y="203355"/>
                </a:lnTo>
                <a:lnTo>
                  <a:pt x="12191521" y="203355"/>
                </a:lnTo>
                <a:cubicBezTo>
                  <a:pt x="11596550" y="188573"/>
                  <a:pt x="10325568" y="157320"/>
                  <a:pt x="9229780" y="341874"/>
                </a:cubicBezTo>
                <a:cubicBezTo>
                  <a:pt x="7766138" y="588506"/>
                  <a:pt x="5324630" y="1246468"/>
                  <a:pt x="2833140" y="1182698"/>
                </a:cubicBezTo>
                <a:cubicBezTo>
                  <a:pt x="634279" y="1126531"/>
                  <a:pt x="0" y="1007862"/>
                  <a:pt x="0" y="1007862"/>
                </a:cubicBezTo>
                <a:lnTo>
                  <a:pt x="0" y="816177"/>
                </a:lnTo>
                <a:cubicBezTo>
                  <a:pt x="0" y="816177"/>
                  <a:pt x="634279" y="934846"/>
                  <a:pt x="2833140" y="991013"/>
                </a:cubicBezTo>
                <a:cubicBezTo>
                  <a:pt x="5324630" y="1054783"/>
                  <a:pt x="7766138" y="396821"/>
                  <a:pt x="9229780" y="150189"/>
                </a:cubicBezTo>
                <a:cubicBezTo>
                  <a:pt x="9914648" y="34843"/>
                  <a:pt x="10667950" y="3796"/>
                  <a:pt x="11281874" y="340"/>
                </a:cubicBezTo>
                <a:close/>
              </a:path>
            </a:pathLst>
          </a:custGeom>
          <a:gradFill flip="none" rotWithShape="1">
            <a:gsLst>
              <a:gs pos="0">
                <a:srgbClr val="FFFEFE"/>
              </a:gs>
              <a:gs pos="42000">
                <a:srgbClr val="F9EFE3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wrap="square" anchor="ctr">
            <a:no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DBB2E-56F9-47FC-AB55-31760770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6F9CE4-9A7D-4589-8A31-FE5E848DC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1F7BF0-8C14-49C9-A3B2-BB550EBCF5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7D2639-DBD4-470C-98DF-C201ECF0F1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43A7A6-E426-4AA0-B4C1-FC6023F88B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C1B35-5042-4EA9-9736-27363483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753CDE-3746-4612-A81A-8143D9EC9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902D6-2BE3-443B-BB79-567DE3CCF19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E5AA87-0D03-4260-B6AD-F58DEBA10D1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6B5FAC-6BA0-442C-B21E-3EBCD2D837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2E7875-63D8-483A-8B05-A291D81BE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909C3D-2C3E-49E7-8DFF-63EAFEAB0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68B2CC-FA8B-422C-B911-C4E1B2DCD7F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D61058-D08D-4D28-AD5A-43158ED0BE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0C858B-8DC2-4FD2-A6EB-23A93527F3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D41746-39B0-435A-8892-4B8068D716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C35F7-23E1-4233-8EAD-9683E448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92F4B0-20D3-4B81-87EF-CAAF4B2A8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3DE06C-0518-45FB-B7CB-47BC706C331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9C222C8-BF0E-4197-9F32-4CBBAE71FE8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FE9321-65AC-4D68-A69C-9F9F5D5A3D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B06C94A-A45B-404D-9BA2-AFF8F5A620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A2A03B-15E5-447E-BAD3-327A300019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F2C6410-A6EE-4F16-8718-D8D201B679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E7248A-02DE-464F-947E-3B349824AA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81404E-DB47-439B-90FE-BC7910AE93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图形 7">
            <a:extLst>
              <a:ext uri="{FF2B5EF4-FFF2-40B4-BE49-F238E27FC236}">
                <a16:creationId xmlns:a16="http://schemas.microsoft.com/office/drawing/2014/main" id="{E27355F1-0B09-4883-A7B0-960C53639EC9}"/>
              </a:ext>
            </a:extLst>
          </p:cNvPr>
          <p:cNvSpPr>
            <a:spLocks noGrp="1"/>
          </p:cNvSpPr>
          <p:nvPr/>
        </p:nvSpPr>
        <p:spPr>
          <a:xfrm>
            <a:off x="10375900" y="6312472"/>
            <a:ext cx="1425635" cy="420115"/>
          </a:xfrm>
          <a:custGeom>
            <a:avLst/>
            <a:gdLst>
              <a:gd name="connsiteX0" fmla="*/ 1819336 w 1819335"/>
              <a:gd name="connsiteY0" fmla="*/ 191262 h 536133"/>
              <a:gd name="connsiteX1" fmla="*/ 1819336 w 1819335"/>
              <a:gd name="connsiteY1" fmla="*/ 206477 h 536133"/>
              <a:gd name="connsiteX2" fmla="*/ 1804428 w 1819335"/>
              <a:gd name="connsiteY2" fmla="*/ 206477 h 536133"/>
              <a:gd name="connsiteX3" fmla="*/ 1804428 w 1819335"/>
              <a:gd name="connsiteY3" fmla="*/ 536134 h 536133"/>
              <a:gd name="connsiteX4" fmla="*/ 14908 w 1819335"/>
              <a:gd name="connsiteY4" fmla="*/ 536134 h 536133"/>
              <a:gd name="connsiteX5" fmla="*/ 14908 w 1819335"/>
              <a:gd name="connsiteY5" fmla="*/ 206477 h 536133"/>
              <a:gd name="connsiteX6" fmla="*/ 0 w 1819335"/>
              <a:gd name="connsiteY6" fmla="*/ 206477 h 536133"/>
              <a:gd name="connsiteX7" fmla="*/ 0 w 1819335"/>
              <a:gd name="connsiteY7" fmla="*/ 191262 h 536133"/>
              <a:gd name="connsiteX8" fmla="*/ 597378 w 1819335"/>
              <a:gd name="connsiteY8" fmla="*/ 191262 h 536133"/>
              <a:gd name="connsiteX9" fmla="*/ 597378 w 1819335"/>
              <a:gd name="connsiteY9" fmla="*/ 136857 h 536133"/>
              <a:gd name="connsiteX10" fmla="*/ 570560 w 1819335"/>
              <a:gd name="connsiteY10" fmla="*/ 136857 h 536133"/>
              <a:gd name="connsiteX11" fmla="*/ 570560 w 1819335"/>
              <a:gd name="connsiteY11" fmla="*/ 121719 h 536133"/>
              <a:gd name="connsiteX12" fmla="*/ 726705 w 1819335"/>
              <a:gd name="connsiteY12" fmla="*/ 121719 h 536133"/>
              <a:gd name="connsiteX13" fmla="*/ 726705 w 1819335"/>
              <a:gd name="connsiteY13" fmla="*/ 54866 h 536133"/>
              <a:gd name="connsiteX14" fmla="*/ 705880 w 1819335"/>
              <a:gd name="connsiteY14" fmla="*/ 54866 h 536133"/>
              <a:gd name="connsiteX15" fmla="*/ 705880 w 1819335"/>
              <a:gd name="connsiteY15" fmla="*/ 39574 h 536133"/>
              <a:gd name="connsiteX16" fmla="*/ 803855 w 1819335"/>
              <a:gd name="connsiteY16" fmla="*/ 39574 h 536133"/>
              <a:gd name="connsiteX17" fmla="*/ 803855 w 1819335"/>
              <a:gd name="connsiteY17" fmla="*/ 10604 h 536133"/>
              <a:gd name="connsiteX18" fmla="*/ 844659 w 1819335"/>
              <a:gd name="connsiteY18" fmla="*/ 10604 h 536133"/>
              <a:gd name="connsiteX19" fmla="*/ 844659 w 1819335"/>
              <a:gd name="connsiteY19" fmla="*/ 0 h 536133"/>
              <a:gd name="connsiteX20" fmla="*/ 974754 w 1819335"/>
              <a:gd name="connsiteY20" fmla="*/ 0 h 536133"/>
              <a:gd name="connsiteX21" fmla="*/ 974754 w 1819335"/>
              <a:gd name="connsiteY21" fmla="*/ 10604 h 536133"/>
              <a:gd name="connsiteX22" fmla="*/ 1015481 w 1819335"/>
              <a:gd name="connsiteY22" fmla="*/ 10604 h 536133"/>
              <a:gd name="connsiteX23" fmla="*/ 1015481 w 1819335"/>
              <a:gd name="connsiteY23" fmla="*/ 39574 h 536133"/>
              <a:gd name="connsiteX24" fmla="*/ 1113456 w 1819335"/>
              <a:gd name="connsiteY24" fmla="*/ 39574 h 536133"/>
              <a:gd name="connsiteX25" fmla="*/ 1113456 w 1819335"/>
              <a:gd name="connsiteY25" fmla="*/ 54866 h 536133"/>
              <a:gd name="connsiteX26" fmla="*/ 1092631 w 1819335"/>
              <a:gd name="connsiteY26" fmla="*/ 54866 h 536133"/>
              <a:gd name="connsiteX27" fmla="*/ 1092631 w 1819335"/>
              <a:gd name="connsiteY27" fmla="*/ 121719 h 536133"/>
              <a:gd name="connsiteX28" fmla="*/ 1248776 w 1819335"/>
              <a:gd name="connsiteY28" fmla="*/ 121719 h 536133"/>
              <a:gd name="connsiteX29" fmla="*/ 1248776 w 1819335"/>
              <a:gd name="connsiteY29" fmla="*/ 136857 h 536133"/>
              <a:gd name="connsiteX30" fmla="*/ 1221958 w 1819335"/>
              <a:gd name="connsiteY30" fmla="*/ 136857 h 536133"/>
              <a:gd name="connsiteX31" fmla="*/ 1221958 w 1819335"/>
              <a:gd name="connsiteY31" fmla="*/ 191262 h 536133"/>
              <a:gd name="connsiteX32" fmla="*/ 1819336 w 1819335"/>
              <a:gd name="connsiteY32" fmla="*/ 191262 h 536133"/>
            </a:gdLst>
            <a:ahLst/>
            <a:cxnLst/>
            <a:rect l="l" t="t" r="r" b="b"/>
            <a:pathLst>
              <a:path w="1819335" h="536133">
                <a:moveTo>
                  <a:pt x="1819336" y="191262"/>
                </a:moveTo>
                <a:lnTo>
                  <a:pt x="1819336" y="206477"/>
                </a:lnTo>
                <a:lnTo>
                  <a:pt x="1804428" y="206477"/>
                </a:lnTo>
                <a:lnTo>
                  <a:pt x="1804428" y="536134"/>
                </a:lnTo>
                <a:lnTo>
                  <a:pt x="14908" y="536134"/>
                </a:lnTo>
                <a:lnTo>
                  <a:pt x="14908" y="206477"/>
                </a:lnTo>
                <a:lnTo>
                  <a:pt x="0" y="206477"/>
                </a:lnTo>
                <a:lnTo>
                  <a:pt x="0" y="191262"/>
                </a:lnTo>
                <a:lnTo>
                  <a:pt x="597378" y="191262"/>
                </a:lnTo>
                <a:lnTo>
                  <a:pt x="597378" y="136857"/>
                </a:lnTo>
                <a:lnTo>
                  <a:pt x="570560" y="136857"/>
                </a:lnTo>
                <a:lnTo>
                  <a:pt x="570560" y="121719"/>
                </a:lnTo>
                <a:lnTo>
                  <a:pt x="726705" y="121719"/>
                </a:lnTo>
                <a:lnTo>
                  <a:pt x="726705" y="54866"/>
                </a:lnTo>
                <a:lnTo>
                  <a:pt x="705880" y="54866"/>
                </a:lnTo>
                <a:lnTo>
                  <a:pt x="705880" y="39574"/>
                </a:lnTo>
                <a:lnTo>
                  <a:pt x="803855" y="39574"/>
                </a:lnTo>
                <a:lnTo>
                  <a:pt x="803855" y="10604"/>
                </a:lnTo>
                <a:lnTo>
                  <a:pt x="844659" y="10604"/>
                </a:lnTo>
                <a:lnTo>
                  <a:pt x="844659" y="0"/>
                </a:lnTo>
                <a:lnTo>
                  <a:pt x="974754" y="0"/>
                </a:lnTo>
                <a:lnTo>
                  <a:pt x="974754" y="10604"/>
                </a:lnTo>
                <a:lnTo>
                  <a:pt x="1015481" y="10604"/>
                </a:lnTo>
                <a:lnTo>
                  <a:pt x="1015481" y="39574"/>
                </a:lnTo>
                <a:lnTo>
                  <a:pt x="1113456" y="39574"/>
                </a:lnTo>
                <a:lnTo>
                  <a:pt x="1113456" y="54866"/>
                </a:lnTo>
                <a:lnTo>
                  <a:pt x="1092631" y="54866"/>
                </a:lnTo>
                <a:lnTo>
                  <a:pt x="1092631" y="121719"/>
                </a:lnTo>
                <a:lnTo>
                  <a:pt x="1248776" y="121719"/>
                </a:lnTo>
                <a:lnTo>
                  <a:pt x="1248776" y="136857"/>
                </a:lnTo>
                <a:lnTo>
                  <a:pt x="1221958" y="136857"/>
                </a:lnTo>
                <a:lnTo>
                  <a:pt x="1221958" y="191262"/>
                </a:lnTo>
                <a:lnTo>
                  <a:pt x="1819336" y="191262"/>
                </a:lnTo>
                <a:close/>
              </a:path>
            </a:pathLst>
          </a:custGeom>
          <a:solidFill>
            <a:schemeClr val="accent1"/>
          </a:solidFill>
          <a:ln w="7676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A8BC19-EE52-4F0A-9280-1D01CC496679}"/>
              </a:ext>
            </a:extLst>
          </p:cNvPr>
          <p:cNvSpPr>
            <a:spLocks noGrp="1"/>
          </p:cNvSpPr>
          <p:nvPr/>
        </p:nvSpPr>
        <p:spPr>
          <a:xfrm>
            <a:off x="0" y="6721475"/>
            <a:ext cx="12192000" cy="1365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19B9F0-1247-412D-A666-C54F071C46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31517" y="6465093"/>
            <a:ext cx="914400" cy="365125"/>
          </a:xfrm>
        </p:spPr>
        <p:txBody>
          <a:bodyPr/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CCC339-7F9A-4103-9A0E-607B84253250}"/>
              </a:ext>
            </a:extLst>
          </p:cNvPr>
          <p:cNvSpPr>
            <a:spLocks noGrp="1"/>
          </p:cNvSpPr>
          <p:nvPr/>
        </p:nvSpPr>
        <p:spPr>
          <a:xfrm>
            <a:off x="-5080" y="0"/>
            <a:ext cx="12197080" cy="897351"/>
          </a:xfrm>
          <a:prstGeom prst="rect">
            <a:avLst/>
          </a:pr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pPr lvl="0">
              <a:buNone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04B234A8-B221-435F-BA15-81AEE8A550D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7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0278" y="0"/>
            <a:ext cx="2452843" cy="864627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6385EB48-6ABF-4E95-B536-5D3A0FF12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2531" y="155112"/>
            <a:ext cx="2989004" cy="5871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7DC36CA-180B-4C7F-B17A-5733C894DF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950" y="38368"/>
            <a:ext cx="10515600" cy="820614"/>
          </a:xfrm>
        </p:spPr>
        <p:txBody>
          <a:bodyPr anchor="ctr"/>
          <a:lstStyle>
            <a:lvl1pPr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t>在此处添加标题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93E9BD-BFC6-42BE-B4A2-112353752F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03EEA4-8A41-456B-8D1F-6E852698B8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E44724-CD72-4787-8F36-048E7A6103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190B8B6-4F05-429D-8579-16E049ED2E0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9522" y="3598450"/>
            <a:ext cx="3972009" cy="3259549"/>
          </a:xfrm>
          <a:prstGeom prst="rect">
            <a:avLst/>
          </a:prstGeom>
        </p:spPr>
      </p:pic>
      <p:sp>
        <p:nvSpPr>
          <p:cNvPr id="6" name="图形 6">
            <a:extLst>
              <a:ext uri="{FF2B5EF4-FFF2-40B4-BE49-F238E27FC236}">
                <a16:creationId xmlns:a16="http://schemas.microsoft.com/office/drawing/2014/main" id="{C05156C5-2B3D-43F2-8600-2561DCF3DE51}"/>
              </a:ext>
            </a:extLst>
          </p:cNvPr>
          <p:cNvSpPr>
            <a:spLocks noGrp="1"/>
          </p:cNvSpPr>
          <p:nvPr/>
        </p:nvSpPr>
        <p:spPr>
          <a:xfrm>
            <a:off x="0" y="-2"/>
            <a:ext cx="3962399" cy="6858002"/>
          </a:xfrm>
          <a:prstGeom prst="rect">
            <a:avLst/>
          </a:prstGeom>
          <a:gradFill flip="none" rotWithShape="1">
            <a:gsLst>
              <a:gs pos="12000">
                <a:schemeClr val="accent1"/>
              </a:gs>
              <a:gs pos="85040">
                <a:srgbClr val="005B94">
                  <a:alpha val="80000"/>
                </a:srgbClr>
              </a:gs>
              <a:gs pos="100000">
                <a:srgbClr val="005B94">
                  <a:alpha val="65000"/>
                </a:srgb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7" name="图形 6">
            <a:extLst>
              <a:ext uri="{FF2B5EF4-FFF2-40B4-BE49-F238E27FC236}">
                <a16:creationId xmlns:a16="http://schemas.microsoft.com/office/drawing/2014/main" id="{FFBF74D1-FE73-4C52-B191-D9CE5911B4BA}"/>
              </a:ext>
            </a:extLst>
          </p:cNvPr>
          <p:cNvSpPr>
            <a:spLocks noGrp="1"/>
          </p:cNvSpPr>
          <p:nvPr/>
        </p:nvSpPr>
        <p:spPr>
          <a:xfrm rot="16200000">
            <a:off x="604839" y="3357560"/>
            <a:ext cx="6857999" cy="142878"/>
          </a:xfrm>
          <a:prstGeom prst="rect">
            <a:avLst/>
          </a:prstGeom>
          <a:gradFill flip="none" rotWithShape="1">
            <a:gsLst>
              <a:gs pos="100000">
                <a:schemeClr val="accent3">
                  <a:lumMod val="42000"/>
                  <a:lumOff val="58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C487B095-B138-4B76-97EA-BDE5A5D882E4}"/>
              </a:ext>
            </a:extLst>
          </p:cNvPr>
          <p:cNvSpPr>
            <a:spLocks noGrp="1"/>
          </p:cNvSpPr>
          <p:nvPr/>
        </p:nvSpPr>
        <p:spPr>
          <a:xfrm>
            <a:off x="433068" y="2790199"/>
            <a:ext cx="3096260" cy="1529715"/>
          </a:xfrm>
          <a:prstGeom prst="rect">
            <a:avLst/>
          </a:prstGeom>
          <a:noFill/>
          <a:ln w="9525">
            <a:noFill/>
          </a:ln>
        </p:spPr>
        <p:txBody>
          <a:bodyPr wrap="square" lIns="91416" tIns="45708" rIns="91416" bIns="45708" anchor="t">
            <a:sp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44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+mj-ea"/>
                <a:ea typeface="+mj-ea"/>
                <a:cs typeface="+mj-ea"/>
              </a:rPr>
              <a:t>目 录</a:t>
            </a:r>
            <a:r>
              <a:rPr sz="4265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8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2800" b="1" i="0" u="none" strike="noStrik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086A69E3-CDCD-4217-933C-4FD4375AB8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2129" y="1090159"/>
            <a:ext cx="1478138" cy="14781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36CE9A-8CE3-497F-9C50-458DDDE590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D7DDA6-485B-4F97-819E-50062B9320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94463D-5347-41F7-A778-310F923BAB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AD46-6593-45BE-9F41-2F105473D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DE9DB3-3F2D-484D-BBD4-DB208275A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064109-23DD-4C65-AC34-8615074AF48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A5EDEC-B6D0-4853-A852-84FCE8C65A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303B88-3CC5-464C-8280-D5DBC285BF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E47084-8C4E-44F2-BFBD-DB3CC4577E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124F6-C995-4AF9-86D7-6E55C5EB5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848D6C-5FC0-4016-A9D9-6EFAE839A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B3AB4E-0C4E-4BEE-88B3-8B13026A2BB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D1674F-CA12-4521-992B-843ED791C4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0C53C3-869F-4B80-8876-31596B2552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8D9409-E232-490C-99D5-AADAB5DAD3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9130D-1FE9-47F4-BE78-DE7727D63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0C261F-6C51-43A0-B503-E5E9AE4E5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0DBFE4-6D2D-46D3-B4E3-16068D97AE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EB52EE-6642-4A47-8C7D-4723A80EFD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63D4DA-AEFF-4FEE-BF81-5D4C72DAA4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DD5E30-E9B3-4975-9DDA-ACFA05AE0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5E4EA6-51B4-453B-B117-A5E75AE03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075880-725C-4183-975B-41C91E2C70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02A5F5-B778-4F76-8730-85F35957C2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9A0975-4002-4C25-A97F-7EE46808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A849AA-0EBA-4DF7-8A24-EA75A1BB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2C8CB1-68C7-4304-93E4-2F9AD92CF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81F065-4806-4E18-96AF-142322EFA6C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BCE9CC-D00D-44CA-947C-CE3890398BA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8008DF-755E-42FC-B289-7D023966C7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0.sv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1.png"/><Relationship Id="rId9" Type="http://schemas.openxmlformats.org/officeDocument/2006/relationships/image" Target="../media/image15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形 18">
            <a:extLst>
              <a:ext uri="{FF2B5EF4-FFF2-40B4-BE49-F238E27FC236}">
                <a16:creationId xmlns:a16="http://schemas.microsoft.com/office/drawing/2014/main" id="{749FFDB6-24FE-402D-97D5-7514BEE52F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557218">
            <a:off x="10233345" y="-282978"/>
            <a:ext cx="2345858" cy="16607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3A33891-5F26-4A9D-9BEE-C99C97A0AD2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alphaModFix amt="90000"/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5080" y="517525"/>
            <a:ext cx="2399937" cy="799325"/>
          </a:xfrm>
          <a:prstGeom prst="rect">
            <a:avLst/>
          </a:prstGeom>
        </p:spPr>
      </p:pic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7AFC561C-E3C6-455E-87EA-9EE805AAEAA6}"/>
              </a:ext>
            </a:extLst>
          </p:cNvPr>
          <p:cNvSpPr>
            <a:spLocks noGrp="1"/>
          </p:cNvSpPr>
          <p:nvPr/>
        </p:nvSpPr>
        <p:spPr>
          <a:xfrm>
            <a:off x="1219200" y="2364969"/>
            <a:ext cx="9753600" cy="0"/>
          </a:xfrm>
          <a:prstGeom prst="line">
            <a:avLst/>
          </a:prstGeom>
          <a:ln>
            <a:solidFill>
              <a:schemeClr val="bg1">
                <a:alpha val="6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26" name="图形 25">
            <a:extLst>
              <a:ext uri="{FF2B5EF4-FFF2-40B4-BE49-F238E27FC236}">
                <a16:creationId xmlns:a16="http://schemas.microsoft.com/office/drawing/2014/main" id="{FAF77EC3-92FE-4E03-8F96-676F4CB89A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6976" y="412321"/>
            <a:ext cx="3758048" cy="738188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101BC449-591E-4008-876E-DE2DF7657C2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77492">
            <a:off x="269790" y="3492587"/>
            <a:ext cx="368435" cy="438759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3DDFF2BF-7563-48C4-B017-95DC022F7E1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700000">
            <a:off x="696040" y="3008919"/>
            <a:ext cx="322120" cy="383603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1B1571F0-EFF3-47B3-96A9-01F39F0F0413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347742">
            <a:off x="1098759" y="3046579"/>
            <a:ext cx="192257" cy="228953"/>
          </a:xfrm>
          <a:prstGeom prst="rect">
            <a:avLst/>
          </a:prstGeom>
        </p:spPr>
      </p:pic>
      <p:pic>
        <p:nvPicPr>
          <p:cNvPr id="1025" name="图形 1024">
            <a:extLst>
              <a:ext uri="{FF2B5EF4-FFF2-40B4-BE49-F238E27FC236}">
                <a16:creationId xmlns:a16="http://schemas.microsoft.com/office/drawing/2014/main" id="{BB2E550D-1B31-428A-99F0-07B7103FB875}"/>
              </a:ext>
            </a:extLst>
          </p:cNvPr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5080" y="3919696"/>
            <a:ext cx="4305076" cy="993479"/>
          </a:xfrm>
          <a:prstGeom prst="rect">
            <a:avLst/>
          </a:prstGeom>
        </p:spPr>
      </p:pic>
      <p:pic>
        <p:nvPicPr>
          <p:cNvPr id="1027" name="图形 1026">
            <a:extLst>
              <a:ext uri="{FF2B5EF4-FFF2-40B4-BE49-F238E27FC236}">
                <a16:creationId xmlns:a16="http://schemas.microsoft.com/office/drawing/2014/main" id="{9E409C02-ED28-4EAD-B681-2109727B1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93" y="3921179"/>
            <a:ext cx="4196899" cy="991994"/>
          </a:xfrm>
          <a:prstGeom prst="rect">
            <a:avLst/>
          </a:prstGeom>
        </p:spPr>
      </p:pic>
      <p:sp>
        <p:nvSpPr>
          <p:cNvPr id="1029" name="图形 46">
            <a:extLst>
              <a:ext uri="{FF2B5EF4-FFF2-40B4-BE49-F238E27FC236}">
                <a16:creationId xmlns:a16="http://schemas.microsoft.com/office/drawing/2014/main" id="{BB1F56E7-7E5C-4615-AB8D-73CA5F16FE49}"/>
              </a:ext>
            </a:extLst>
          </p:cNvPr>
          <p:cNvSpPr>
            <a:spLocks noGrp="1"/>
          </p:cNvSpPr>
          <p:nvPr/>
        </p:nvSpPr>
        <p:spPr>
          <a:xfrm>
            <a:off x="7464842" y="3763145"/>
            <a:ext cx="6160427" cy="1150836"/>
          </a:xfrm>
          <a:custGeom>
            <a:avLst/>
            <a:gdLst>
              <a:gd name="connsiteX0" fmla="*/ 3669367 w 5878116"/>
              <a:gd name="connsiteY0" fmla="*/ 65273 h 1098098"/>
              <a:gd name="connsiteX1" fmla="*/ 3669367 w 5878116"/>
              <a:gd name="connsiteY1" fmla="*/ 101425 h 1098098"/>
              <a:gd name="connsiteX2" fmla="*/ 3669367 w 5878116"/>
              <a:gd name="connsiteY2" fmla="*/ 925877 h 1098098"/>
              <a:gd name="connsiteX3" fmla="*/ 3668865 w 5878116"/>
              <a:gd name="connsiteY3" fmla="*/ 925877 h 1098098"/>
              <a:gd name="connsiteX4" fmla="*/ 3668865 w 5878116"/>
              <a:gd name="connsiteY4" fmla="*/ 883701 h 1098098"/>
              <a:gd name="connsiteX5" fmla="*/ 3668865 w 5878116"/>
              <a:gd name="connsiteY5" fmla="*/ 36654 h 1098098"/>
              <a:gd name="connsiteX6" fmla="*/ 3719075 w 5878116"/>
              <a:gd name="connsiteY6" fmla="*/ 36654 h 1098098"/>
              <a:gd name="connsiteX7" fmla="*/ 3719075 w 5878116"/>
              <a:gd name="connsiteY7" fmla="*/ 0 h 1098098"/>
              <a:gd name="connsiteX8" fmla="*/ 2158540 w 5878116"/>
              <a:gd name="connsiteY8" fmla="*/ 0 h 1098098"/>
              <a:gd name="connsiteX9" fmla="*/ 2158540 w 5878116"/>
              <a:gd name="connsiteY9" fmla="*/ 36654 h 1098098"/>
              <a:gd name="connsiteX10" fmla="*/ 2208750 w 5878116"/>
              <a:gd name="connsiteY10" fmla="*/ 36654 h 1098098"/>
              <a:gd name="connsiteX11" fmla="*/ 2208750 w 5878116"/>
              <a:gd name="connsiteY11" fmla="*/ 883701 h 1098098"/>
              <a:gd name="connsiteX12" fmla="*/ 2208750 w 5878116"/>
              <a:gd name="connsiteY12" fmla="*/ 883701 h 1098098"/>
              <a:gd name="connsiteX13" fmla="*/ 2208750 w 5878116"/>
              <a:gd name="connsiteY13" fmla="*/ 101425 h 1098098"/>
              <a:gd name="connsiteX14" fmla="*/ 2208750 w 5878116"/>
              <a:gd name="connsiteY14" fmla="*/ 65273 h 1098098"/>
              <a:gd name="connsiteX15" fmla="*/ 0 w 5878116"/>
              <a:gd name="connsiteY15" fmla="*/ 65273 h 1098098"/>
              <a:gd name="connsiteX16" fmla="*/ 0 w 5878116"/>
              <a:gd name="connsiteY16" fmla="*/ 101425 h 1098098"/>
              <a:gd name="connsiteX17" fmla="*/ 41675 w 5878116"/>
              <a:gd name="connsiteY17" fmla="*/ 101425 h 1098098"/>
              <a:gd name="connsiteX18" fmla="*/ 41675 w 5878116"/>
              <a:gd name="connsiteY18" fmla="*/ 925877 h 1098098"/>
              <a:gd name="connsiteX19" fmla="*/ 41675 w 5878116"/>
              <a:gd name="connsiteY19" fmla="*/ 1098099 h 1098098"/>
              <a:gd name="connsiteX20" fmla="*/ 2208750 w 5878116"/>
              <a:gd name="connsiteY20" fmla="*/ 1098099 h 1098098"/>
              <a:gd name="connsiteX21" fmla="*/ 2208750 w 5878116"/>
              <a:gd name="connsiteY21" fmla="*/ 1098099 h 1098098"/>
              <a:gd name="connsiteX22" fmla="*/ 2209252 w 5878116"/>
              <a:gd name="connsiteY22" fmla="*/ 1098099 h 1098098"/>
              <a:gd name="connsiteX23" fmla="*/ 2416621 w 5878116"/>
              <a:gd name="connsiteY23" fmla="*/ 1098099 h 1098098"/>
              <a:gd name="connsiteX24" fmla="*/ 2469341 w 5878116"/>
              <a:gd name="connsiteY24" fmla="*/ 1098099 h 1098098"/>
              <a:gd name="connsiteX25" fmla="*/ 3407772 w 5878116"/>
              <a:gd name="connsiteY25" fmla="*/ 1098099 h 1098098"/>
              <a:gd name="connsiteX26" fmla="*/ 3460492 w 5878116"/>
              <a:gd name="connsiteY26" fmla="*/ 1098099 h 1098098"/>
              <a:gd name="connsiteX27" fmla="*/ 3668865 w 5878116"/>
              <a:gd name="connsiteY27" fmla="*/ 1098099 h 1098098"/>
              <a:gd name="connsiteX28" fmla="*/ 5836442 w 5878116"/>
              <a:gd name="connsiteY28" fmla="*/ 1098099 h 1098098"/>
              <a:gd name="connsiteX29" fmla="*/ 5836442 w 5878116"/>
              <a:gd name="connsiteY29" fmla="*/ 925877 h 1098098"/>
              <a:gd name="connsiteX30" fmla="*/ 5836442 w 5878116"/>
              <a:gd name="connsiteY30" fmla="*/ 101425 h 1098098"/>
              <a:gd name="connsiteX31" fmla="*/ 5878117 w 5878116"/>
              <a:gd name="connsiteY31" fmla="*/ 101425 h 1098098"/>
              <a:gd name="connsiteX32" fmla="*/ 5878117 w 5878116"/>
              <a:gd name="connsiteY32" fmla="*/ 65273 h 1098098"/>
              <a:gd name="connsiteX33" fmla="*/ 3669367 w 5878116"/>
              <a:gd name="connsiteY33" fmla="*/ 65273 h 1098098"/>
            </a:gdLst>
            <a:ahLst/>
            <a:cxnLst/>
            <a:rect l="l" t="t" r="r" b="b"/>
            <a:pathLst>
              <a:path w="5878116" h="1098098">
                <a:moveTo>
                  <a:pt x="3669367" y="65273"/>
                </a:moveTo>
                <a:lnTo>
                  <a:pt x="3669367" y="101425"/>
                </a:lnTo>
                <a:lnTo>
                  <a:pt x="3669367" y="925877"/>
                </a:lnTo>
                <a:lnTo>
                  <a:pt x="3668865" y="925877"/>
                </a:lnTo>
                <a:lnTo>
                  <a:pt x="3668865" y="883701"/>
                </a:lnTo>
                <a:lnTo>
                  <a:pt x="3668865" y="36654"/>
                </a:lnTo>
                <a:lnTo>
                  <a:pt x="3719075" y="36654"/>
                </a:lnTo>
                <a:lnTo>
                  <a:pt x="3719075" y="0"/>
                </a:lnTo>
                <a:lnTo>
                  <a:pt x="2158540" y="0"/>
                </a:lnTo>
                <a:lnTo>
                  <a:pt x="2158540" y="36654"/>
                </a:lnTo>
                <a:lnTo>
                  <a:pt x="2208750" y="36654"/>
                </a:lnTo>
                <a:lnTo>
                  <a:pt x="2208750" y="883701"/>
                </a:lnTo>
                <a:lnTo>
                  <a:pt x="2208750" y="883701"/>
                </a:lnTo>
                <a:lnTo>
                  <a:pt x="2208750" y="101425"/>
                </a:lnTo>
                <a:lnTo>
                  <a:pt x="2208750" y="65273"/>
                </a:lnTo>
                <a:lnTo>
                  <a:pt x="0" y="65273"/>
                </a:lnTo>
                <a:lnTo>
                  <a:pt x="0" y="101425"/>
                </a:lnTo>
                <a:lnTo>
                  <a:pt x="41675" y="101425"/>
                </a:lnTo>
                <a:lnTo>
                  <a:pt x="41675" y="925877"/>
                </a:lnTo>
                <a:lnTo>
                  <a:pt x="41675" y="1098099"/>
                </a:lnTo>
                <a:lnTo>
                  <a:pt x="2208750" y="1098099"/>
                </a:lnTo>
                <a:lnTo>
                  <a:pt x="2208750" y="1098099"/>
                </a:lnTo>
                <a:lnTo>
                  <a:pt x="2209252" y="1098099"/>
                </a:lnTo>
                <a:lnTo>
                  <a:pt x="2416621" y="1098099"/>
                </a:lnTo>
                <a:lnTo>
                  <a:pt x="2469341" y="1098099"/>
                </a:lnTo>
                <a:lnTo>
                  <a:pt x="3407772" y="1098099"/>
                </a:lnTo>
                <a:lnTo>
                  <a:pt x="3460492" y="1098099"/>
                </a:lnTo>
                <a:lnTo>
                  <a:pt x="3668865" y="1098099"/>
                </a:lnTo>
                <a:lnTo>
                  <a:pt x="5836442" y="1098099"/>
                </a:lnTo>
                <a:lnTo>
                  <a:pt x="5836442" y="925877"/>
                </a:lnTo>
                <a:lnTo>
                  <a:pt x="5836442" y="101425"/>
                </a:lnTo>
                <a:lnTo>
                  <a:pt x="5878117" y="101425"/>
                </a:lnTo>
                <a:lnTo>
                  <a:pt x="5878117" y="65273"/>
                </a:lnTo>
                <a:lnTo>
                  <a:pt x="3669367" y="65273"/>
                </a:lnTo>
                <a:close/>
              </a:path>
            </a:pathLst>
          </a:custGeom>
          <a:gradFill>
            <a:gsLst>
              <a:gs pos="0">
                <a:srgbClr val="1565A7"/>
              </a:gs>
              <a:gs pos="100000">
                <a:srgbClr val="0B609E"/>
              </a:gs>
            </a:gsLst>
            <a:lin ang="8100000" scaled="1"/>
          </a:gradFill>
          <a:ln w="50149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pic>
        <p:nvPicPr>
          <p:cNvPr id="1030" name="图形 1029">
            <a:extLst>
              <a:ext uri="{FF2B5EF4-FFF2-40B4-BE49-F238E27FC236}">
                <a16:creationId xmlns:a16="http://schemas.microsoft.com/office/drawing/2014/main" id="{EEAE47C7-73E7-4160-990D-7C43B64A93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64842" y="3794503"/>
            <a:ext cx="6156744" cy="1177809"/>
          </a:xfrm>
          <a:prstGeom prst="rect">
            <a:avLst/>
          </a:prstGeom>
        </p:spPr>
      </p:pic>
      <p:sp>
        <p:nvSpPr>
          <p:cNvPr id="1032" name="图形 7">
            <a:extLst>
              <a:ext uri="{FF2B5EF4-FFF2-40B4-BE49-F238E27FC236}">
                <a16:creationId xmlns:a16="http://schemas.microsoft.com/office/drawing/2014/main" id="{B66FE9F5-061F-42A5-A435-F71A42C54DFC}"/>
              </a:ext>
            </a:extLst>
          </p:cNvPr>
          <p:cNvSpPr>
            <a:spLocks noGrp="1"/>
          </p:cNvSpPr>
          <p:nvPr/>
        </p:nvSpPr>
        <p:spPr>
          <a:xfrm>
            <a:off x="2968817" y="3070101"/>
            <a:ext cx="6254365" cy="1843075"/>
          </a:xfrm>
          <a:custGeom>
            <a:avLst/>
            <a:gdLst>
              <a:gd name="connsiteX0" fmla="*/ 1819336 w 1819335"/>
              <a:gd name="connsiteY0" fmla="*/ 191262 h 536133"/>
              <a:gd name="connsiteX1" fmla="*/ 1819336 w 1819335"/>
              <a:gd name="connsiteY1" fmla="*/ 206477 h 536133"/>
              <a:gd name="connsiteX2" fmla="*/ 1804428 w 1819335"/>
              <a:gd name="connsiteY2" fmla="*/ 206477 h 536133"/>
              <a:gd name="connsiteX3" fmla="*/ 1804428 w 1819335"/>
              <a:gd name="connsiteY3" fmla="*/ 536134 h 536133"/>
              <a:gd name="connsiteX4" fmla="*/ 14908 w 1819335"/>
              <a:gd name="connsiteY4" fmla="*/ 536134 h 536133"/>
              <a:gd name="connsiteX5" fmla="*/ 14908 w 1819335"/>
              <a:gd name="connsiteY5" fmla="*/ 206477 h 536133"/>
              <a:gd name="connsiteX6" fmla="*/ 0 w 1819335"/>
              <a:gd name="connsiteY6" fmla="*/ 206477 h 536133"/>
              <a:gd name="connsiteX7" fmla="*/ 0 w 1819335"/>
              <a:gd name="connsiteY7" fmla="*/ 191262 h 536133"/>
              <a:gd name="connsiteX8" fmla="*/ 597378 w 1819335"/>
              <a:gd name="connsiteY8" fmla="*/ 191262 h 536133"/>
              <a:gd name="connsiteX9" fmla="*/ 597378 w 1819335"/>
              <a:gd name="connsiteY9" fmla="*/ 136857 h 536133"/>
              <a:gd name="connsiteX10" fmla="*/ 570560 w 1819335"/>
              <a:gd name="connsiteY10" fmla="*/ 136857 h 536133"/>
              <a:gd name="connsiteX11" fmla="*/ 570560 w 1819335"/>
              <a:gd name="connsiteY11" fmla="*/ 121719 h 536133"/>
              <a:gd name="connsiteX12" fmla="*/ 726705 w 1819335"/>
              <a:gd name="connsiteY12" fmla="*/ 121719 h 536133"/>
              <a:gd name="connsiteX13" fmla="*/ 726705 w 1819335"/>
              <a:gd name="connsiteY13" fmla="*/ 54866 h 536133"/>
              <a:gd name="connsiteX14" fmla="*/ 705880 w 1819335"/>
              <a:gd name="connsiteY14" fmla="*/ 54866 h 536133"/>
              <a:gd name="connsiteX15" fmla="*/ 705880 w 1819335"/>
              <a:gd name="connsiteY15" fmla="*/ 39574 h 536133"/>
              <a:gd name="connsiteX16" fmla="*/ 803855 w 1819335"/>
              <a:gd name="connsiteY16" fmla="*/ 39574 h 536133"/>
              <a:gd name="connsiteX17" fmla="*/ 803855 w 1819335"/>
              <a:gd name="connsiteY17" fmla="*/ 10604 h 536133"/>
              <a:gd name="connsiteX18" fmla="*/ 844659 w 1819335"/>
              <a:gd name="connsiteY18" fmla="*/ 10604 h 536133"/>
              <a:gd name="connsiteX19" fmla="*/ 844659 w 1819335"/>
              <a:gd name="connsiteY19" fmla="*/ 0 h 536133"/>
              <a:gd name="connsiteX20" fmla="*/ 974754 w 1819335"/>
              <a:gd name="connsiteY20" fmla="*/ 0 h 536133"/>
              <a:gd name="connsiteX21" fmla="*/ 974754 w 1819335"/>
              <a:gd name="connsiteY21" fmla="*/ 10604 h 536133"/>
              <a:gd name="connsiteX22" fmla="*/ 1015481 w 1819335"/>
              <a:gd name="connsiteY22" fmla="*/ 10604 h 536133"/>
              <a:gd name="connsiteX23" fmla="*/ 1015481 w 1819335"/>
              <a:gd name="connsiteY23" fmla="*/ 39574 h 536133"/>
              <a:gd name="connsiteX24" fmla="*/ 1113456 w 1819335"/>
              <a:gd name="connsiteY24" fmla="*/ 39574 h 536133"/>
              <a:gd name="connsiteX25" fmla="*/ 1113456 w 1819335"/>
              <a:gd name="connsiteY25" fmla="*/ 54866 h 536133"/>
              <a:gd name="connsiteX26" fmla="*/ 1092631 w 1819335"/>
              <a:gd name="connsiteY26" fmla="*/ 54866 h 536133"/>
              <a:gd name="connsiteX27" fmla="*/ 1092631 w 1819335"/>
              <a:gd name="connsiteY27" fmla="*/ 121719 h 536133"/>
              <a:gd name="connsiteX28" fmla="*/ 1248776 w 1819335"/>
              <a:gd name="connsiteY28" fmla="*/ 121719 h 536133"/>
              <a:gd name="connsiteX29" fmla="*/ 1248776 w 1819335"/>
              <a:gd name="connsiteY29" fmla="*/ 136857 h 536133"/>
              <a:gd name="connsiteX30" fmla="*/ 1221958 w 1819335"/>
              <a:gd name="connsiteY30" fmla="*/ 136857 h 536133"/>
              <a:gd name="connsiteX31" fmla="*/ 1221958 w 1819335"/>
              <a:gd name="connsiteY31" fmla="*/ 191262 h 536133"/>
              <a:gd name="connsiteX32" fmla="*/ 1819336 w 1819335"/>
              <a:gd name="connsiteY32" fmla="*/ 191262 h 536133"/>
            </a:gdLst>
            <a:ahLst/>
            <a:cxnLst/>
            <a:rect l="l" t="t" r="r" b="b"/>
            <a:pathLst>
              <a:path w="1819335" h="536133">
                <a:moveTo>
                  <a:pt x="1819336" y="191262"/>
                </a:moveTo>
                <a:lnTo>
                  <a:pt x="1819336" y="206477"/>
                </a:lnTo>
                <a:lnTo>
                  <a:pt x="1804428" y="206477"/>
                </a:lnTo>
                <a:lnTo>
                  <a:pt x="1804428" y="536134"/>
                </a:lnTo>
                <a:lnTo>
                  <a:pt x="14908" y="536134"/>
                </a:lnTo>
                <a:lnTo>
                  <a:pt x="14908" y="206477"/>
                </a:lnTo>
                <a:lnTo>
                  <a:pt x="0" y="206477"/>
                </a:lnTo>
                <a:lnTo>
                  <a:pt x="0" y="191262"/>
                </a:lnTo>
                <a:lnTo>
                  <a:pt x="597378" y="191262"/>
                </a:lnTo>
                <a:lnTo>
                  <a:pt x="597378" y="136857"/>
                </a:lnTo>
                <a:lnTo>
                  <a:pt x="570560" y="136857"/>
                </a:lnTo>
                <a:lnTo>
                  <a:pt x="570560" y="121719"/>
                </a:lnTo>
                <a:lnTo>
                  <a:pt x="726705" y="121719"/>
                </a:lnTo>
                <a:lnTo>
                  <a:pt x="726705" y="54866"/>
                </a:lnTo>
                <a:lnTo>
                  <a:pt x="705880" y="54866"/>
                </a:lnTo>
                <a:lnTo>
                  <a:pt x="705880" y="39574"/>
                </a:lnTo>
                <a:lnTo>
                  <a:pt x="803855" y="39574"/>
                </a:lnTo>
                <a:lnTo>
                  <a:pt x="803855" y="10604"/>
                </a:lnTo>
                <a:lnTo>
                  <a:pt x="844659" y="10604"/>
                </a:lnTo>
                <a:lnTo>
                  <a:pt x="844659" y="0"/>
                </a:lnTo>
                <a:lnTo>
                  <a:pt x="974754" y="0"/>
                </a:lnTo>
                <a:lnTo>
                  <a:pt x="974754" y="10604"/>
                </a:lnTo>
                <a:lnTo>
                  <a:pt x="1015481" y="10604"/>
                </a:lnTo>
                <a:lnTo>
                  <a:pt x="1015481" y="39574"/>
                </a:lnTo>
                <a:lnTo>
                  <a:pt x="1113456" y="39574"/>
                </a:lnTo>
                <a:lnTo>
                  <a:pt x="1113456" y="54866"/>
                </a:lnTo>
                <a:lnTo>
                  <a:pt x="1092631" y="54866"/>
                </a:lnTo>
                <a:lnTo>
                  <a:pt x="1092631" y="121719"/>
                </a:lnTo>
                <a:lnTo>
                  <a:pt x="1248776" y="121719"/>
                </a:lnTo>
                <a:lnTo>
                  <a:pt x="1248776" y="136857"/>
                </a:lnTo>
                <a:lnTo>
                  <a:pt x="1221958" y="136857"/>
                </a:lnTo>
                <a:lnTo>
                  <a:pt x="1221958" y="191262"/>
                </a:lnTo>
                <a:lnTo>
                  <a:pt x="1819336" y="191262"/>
                </a:lnTo>
                <a:close/>
              </a:path>
            </a:pathLst>
          </a:custGeom>
          <a:gradFill>
            <a:gsLst>
              <a:gs pos="0">
                <a:srgbClr val="1565A7"/>
              </a:gs>
              <a:gs pos="100000">
                <a:srgbClr val="0B609E"/>
              </a:gs>
            </a:gsLst>
            <a:lin ang="8100000" scaled="1"/>
          </a:gradFill>
          <a:ln w="7676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pic>
        <p:nvPicPr>
          <p:cNvPr id="1033" name="图形 1032">
            <a:extLst>
              <a:ext uri="{FF2B5EF4-FFF2-40B4-BE49-F238E27FC236}">
                <a16:creationId xmlns:a16="http://schemas.microsoft.com/office/drawing/2014/main" id="{2992E677-FFE5-4BE9-BAE2-4E43F24BBC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68817" y="3117113"/>
            <a:ext cx="6254365" cy="1847496"/>
          </a:xfrm>
          <a:prstGeom prst="rect">
            <a:avLst/>
          </a:prstGeom>
        </p:spPr>
      </p:pic>
      <p:sp>
        <p:nvSpPr>
          <p:cNvPr id="4" name="图形 6">
            <a:extLst>
              <a:ext uri="{FF2B5EF4-FFF2-40B4-BE49-F238E27FC236}">
                <a16:creationId xmlns:a16="http://schemas.microsoft.com/office/drawing/2014/main" id="{9627E8CE-24FD-41A9-BEC3-4CAD41E003F4}"/>
              </a:ext>
            </a:extLst>
          </p:cNvPr>
          <p:cNvSpPr>
            <a:spLocks noGrp="1"/>
          </p:cNvSpPr>
          <p:nvPr/>
        </p:nvSpPr>
        <p:spPr>
          <a:xfrm>
            <a:off x="0" y="4925558"/>
            <a:ext cx="12192000" cy="148091"/>
          </a:xfrm>
          <a:prstGeom prst="rect">
            <a:avLst/>
          </a:prstGeom>
          <a:gradFill flip="none" rotWithShape="1">
            <a:gsLst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1034" name="text-4">
            <a:extLst>
              <a:ext uri="{FF2B5EF4-FFF2-40B4-BE49-F238E27FC236}">
                <a16:creationId xmlns:a16="http://schemas.microsoft.com/office/drawing/2014/main" id="{5E60E332-2F06-45B9-B37D-88038DB2E224}"/>
              </a:ext>
            </a:extLst>
          </p:cNvPr>
          <p:cNvSpPr>
            <a:spLocks noGrp="1"/>
          </p:cNvSpPr>
          <p:nvPr/>
        </p:nvSpPr>
        <p:spPr>
          <a:xfrm>
            <a:off x="952500" y="1343025"/>
            <a:ext cx="74295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XRD表征技术</a:t>
            </a:r>
          </a:p>
          <a:p>
            <a:pPr algn="l">
              <a:def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及MOF/COF图谱解析</a:t>
            </a:r>
          </a:p>
        </p:txBody>
      </p:sp>
      <p:pic>
        <p:nvPicPr>
          <p:cNvPr id="1035" name="图片 1034">
            <a:extLst>
              <a:ext uri="{FF2B5EF4-FFF2-40B4-BE49-F238E27FC236}">
                <a16:creationId xmlns:a16="http://schemas.microsoft.com/office/drawing/2014/main" id="{F6CD0EA1-A507-4566-A874-5AA4AE80895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8382000" y="1306513"/>
            <a:ext cx="3381375" cy="2254250"/>
          </a:xfrm>
          <a:prstGeom prst="rect">
            <a:avLst/>
          </a:prstGeom>
        </p:spPr>
      </p:pic>
      <p:sp>
        <p:nvSpPr>
          <p:cNvPr id="1036" name="text-5">
            <a:extLst>
              <a:ext uri="{FF2B5EF4-FFF2-40B4-BE49-F238E27FC236}">
                <a16:creationId xmlns:a16="http://schemas.microsoft.com/office/drawing/2014/main" id="{8FFA211C-F9C4-4CA8-A4DB-A2A7E0D65BF1}"/>
              </a:ext>
            </a:extLst>
          </p:cNvPr>
          <p:cNvSpPr>
            <a:spLocks noGrp="1"/>
          </p:cNvSpPr>
          <p:nvPr/>
        </p:nvSpPr>
        <p:spPr>
          <a:xfrm>
            <a:off x="8401050" y="34861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X射线与多孔晶体：概念示意</a:t>
            </a:r>
          </a:p>
        </p:txBody>
      </p:sp>
      <p:sp>
        <p:nvSpPr>
          <p:cNvPr id="1037" name="text-6">
            <a:extLst>
              <a:ext uri="{FF2B5EF4-FFF2-40B4-BE49-F238E27FC236}">
                <a16:creationId xmlns:a16="http://schemas.microsoft.com/office/drawing/2014/main" id="{D2CD496A-B960-4EAF-87D4-4E2809F91E54}"/>
              </a:ext>
            </a:extLst>
          </p:cNvPr>
          <p:cNvSpPr>
            <a:spLocks noGrp="1"/>
          </p:cNvSpPr>
          <p:nvPr/>
        </p:nvSpPr>
        <p:spPr>
          <a:xfrm>
            <a:off x="952500" y="27146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《</a:t>
            </a:r>
            <a:r>
              <a:rPr sz="1875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材料与化工现代研究方法》小组汇报</a:t>
            </a:r>
            <a:endParaRPr sz="1875" b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38" name="text-7">
            <a:extLst>
              <a:ext uri="{FF2B5EF4-FFF2-40B4-BE49-F238E27FC236}">
                <a16:creationId xmlns:a16="http://schemas.microsoft.com/office/drawing/2014/main" id="{A8A3606B-ED07-426C-B26A-D22E72BEE10D}"/>
              </a:ext>
            </a:extLst>
          </p:cNvPr>
          <p:cNvSpPr>
            <a:spLocks noGrp="1"/>
          </p:cNvSpPr>
          <p:nvPr/>
        </p:nvSpPr>
        <p:spPr>
          <a:xfrm>
            <a:off x="1066800" y="5305425"/>
            <a:ext cx="1005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化学与工程技术专业 · 硕士一年级</a:t>
            </a:r>
          </a:p>
        </p:txBody>
      </p:sp>
      <p:sp>
        <p:nvSpPr>
          <p:cNvPr id="1039" name="text-8">
            <a:extLst>
              <a:ext uri="{FF2B5EF4-FFF2-40B4-BE49-F238E27FC236}">
                <a16:creationId xmlns:a16="http://schemas.microsoft.com/office/drawing/2014/main" id="{92DF4AF6-5DB3-411B-B3C8-33BEE919ADD0}"/>
              </a:ext>
            </a:extLst>
          </p:cNvPr>
          <p:cNvSpPr>
            <a:spLocks noGrp="1"/>
          </p:cNvSpPr>
          <p:nvPr/>
        </p:nvSpPr>
        <p:spPr>
          <a:xfrm>
            <a:off x="1066800" y="5857875"/>
            <a:ext cx="1005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0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60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lang="zh-CN" altLang="en-US"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小</a:t>
            </a:r>
            <a:r>
              <a:rPr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组</a:t>
            </a:r>
            <a:r>
              <a:rPr lang="zh-CN" altLang="en-US"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成</a:t>
            </a:r>
            <a:r>
              <a:rPr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员：</a:t>
            </a:r>
            <a:r>
              <a:rPr lang="zh-CN" altLang="en-US"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陶宇 陈增威 金敬东 孙宗瀚 徐天缘</a:t>
            </a:r>
            <a:endParaRPr sz="1600" b="1" dirty="0">
              <a:solidFill>
                <a:srgbClr val="52636D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0795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55FD20F-1364-4CDC-B3FE-8F45A8E92E98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9477375" y="2419350"/>
            <a:ext cx="619125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4534360-4356-41C2-B947-15603577CE98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6096000" y="2419350"/>
            <a:ext cx="1000125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3C17842-E25D-4577-86A3-054633BBED0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667000" y="2419350"/>
            <a:ext cx="1000125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sp>
        <p:nvSpPr>
          <p:cNvPr id="19" name="text-0">
            <a:extLst>
              <a:ext uri="{FF2B5EF4-FFF2-40B4-BE49-F238E27FC236}">
                <a16:creationId xmlns:a16="http://schemas.microsoft.com/office/drawing/2014/main" id="{3B0A1B7F-3270-4F71-8A01-33841F7FE8A0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 XRD基本原理与表征信息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15CE421-993A-474E-B805-D010F962F654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196F8BAC-CF80-48B2-ABA4-3B0A428D01CE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1EF3B60-7822-4068-A31E-0421EB1744D3}"/>
              </a:ext>
            </a:extLst>
          </p:cNvPr>
          <p:cNvSpPr>
            <a:spLocks noGrp="1"/>
          </p:cNvSpPr>
          <p:nvPr/>
        </p:nvSpPr>
        <p:spPr>
          <a:xfrm>
            <a:off x="523875" y="1104900"/>
            <a:ext cx="1114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X射线与晶体周期排列相互作用，产生可用于结构分析的衍射信号</a:t>
            </a:r>
          </a:p>
        </p:txBody>
      </p:sp>
      <p:sp>
        <p:nvSpPr>
          <p:cNvPr id="6" name="concept-5">
            <a:extLst>
              <a:ext uri="{FF2B5EF4-FFF2-40B4-BE49-F238E27FC236}">
                <a16:creationId xmlns:a16="http://schemas.microsoft.com/office/drawing/2014/main" id="{C98FFB97-8ADD-4E1D-AFFB-DD7570E8709F}"/>
              </a:ext>
            </a:extLst>
          </p:cNvPr>
          <p:cNvSpPr>
            <a:spLocks noGrp="1"/>
          </p:cNvSpPr>
          <p:nvPr/>
        </p:nvSpPr>
        <p:spPr>
          <a:xfrm>
            <a:off x="619125" y="1981200"/>
            <a:ext cx="2047875" cy="876300"/>
          </a:xfrm>
          <a:prstGeom prst="roundRect">
            <a:avLst>
              <a:gd name="adj" fmla="val 8696"/>
            </a:avLst>
          </a:prstGeom>
          <a:solidFill>
            <a:srgbClr val="005B94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入射X射线</a:t>
            </a:r>
          </a:p>
        </p:txBody>
      </p:sp>
      <p:sp>
        <p:nvSpPr>
          <p:cNvPr id="7" name="concept-6">
            <a:extLst>
              <a:ext uri="{FF2B5EF4-FFF2-40B4-BE49-F238E27FC236}">
                <a16:creationId xmlns:a16="http://schemas.microsoft.com/office/drawing/2014/main" id="{50D342F8-C62B-4430-8CDC-BAC75554D88B}"/>
              </a:ext>
            </a:extLst>
          </p:cNvPr>
          <p:cNvSpPr>
            <a:spLocks noGrp="1"/>
          </p:cNvSpPr>
          <p:nvPr/>
        </p:nvSpPr>
        <p:spPr>
          <a:xfrm>
            <a:off x="3667125" y="1981200"/>
            <a:ext cx="2428875" cy="876300"/>
          </a:xfrm>
          <a:prstGeom prst="roundRect">
            <a:avLst>
              <a:gd name="adj" fmla="val 8696"/>
            </a:avLst>
          </a:prstGeom>
          <a:solidFill>
            <a:srgbClr val="E9F5F9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晶体粉末</a:t>
            </a:r>
          </a:p>
          <a:p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原子周期排列</a:t>
            </a:r>
          </a:p>
        </p:txBody>
      </p:sp>
      <p:sp>
        <p:nvSpPr>
          <p:cNvPr id="8" name="concept-7">
            <a:extLst>
              <a:ext uri="{FF2B5EF4-FFF2-40B4-BE49-F238E27FC236}">
                <a16:creationId xmlns:a16="http://schemas.microsoft.com/office/drawing/2014/main" id="{7511316F-72D4-4818-9C18-A5547BD8A320}"/>
              </a:ext>
            </a:extLst>
          </p:cNvPr>
          <p:cNvSpPr>
            <a:spLocks noGrp="1"/>
          </p:cNvSpPr>
          <p:nvPr/>
        </p:nvSpPr>
        <p:spPr>
          <a:xfrm>
            <a:off x="7096125" y="1981200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E9F5F9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衍射信号</a:t>
            </a:r>
          </a:p>
          <a:p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强度随2θ变化</a:t>
            </a:r>
          </a:p>
        </p:txBody>
      </p:sp>
      <p:sp>
        <p:nvSpPr>
          <p:cNvPr id="9" name="concept-8">
            <a:extLst>
              <a:ext uri="{FF2B5EF4-FFF2-40B4-BE49-F238E27FC236}">
                <a16:creationId xmlns:a16="http://schemas.microsoft.com/office/drawing/2014/main" id="{CBA24E0B-8532-4D4C-9803-D58583173C59}"/>
              </a:ext>
            </a:extLst>
          </p:cNvPr>
          <p:cNvSpPr>
            <a:spLocks noGrp="1"/>
          </p:cNvSpPr>
          <p:nvPr/>
        </p:nvSpPr>
        <p:spPr>
          <a:xfrm>
            <a:off x="10096500" y="1981200"/>
            <a:ext cx="1571625" cy="876300"/>
          </a:xfrm>
          <a:prstGeom prst="roundRect">
            <a:avLst>
              <a:gd name="adj" fmla="val 8696"/>
            </a:avLst>
          </a:prstGeom>
          <a:solidFill>
            <a:srgbClr val="005B94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结构分析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29CDB1BE-E93B-495A-BB0A-554EF9D34D8E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布拉格关系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A5A379CB-7D33-4014-B03C-7A79648203FB}"/>
              </a:ext>
            </a:extLst>
          </p:cNvPr>
          <p:cNvSpPr>
            <a:spLocks noGrp="1"/>
          </p:cNvSpPr>
          <p:nvPr/>
        </p:nvSpPr>
        <p:spPr>
          <a:xfrm>
            <a:off x="619125" y="4010025"/>
            <a:ext cx="5429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4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nλ = 2d sinθ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FC6396B7-0F61-465D-8D4C-AB7A4A1A09DE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5905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7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λ：波长；d：晶面间距；n：衍射级数</a:t>
            </a:r>
          </a:p>
          <a:p>
            <a:pPr algn="l">
              <a:defRPr sz="17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θ：射线与晶面的夹角；图谱横轴通常为2θ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07E9324A-3F65-4243-98F0-12560FD5AB58}"/>
              </a:ext>
            </a:extLst>
          </p:cNvPr>
          <p:cNvSpPr>
            <a:spLocks noGrp="1"/>
          </p:cNvSpPr>
          <p:nvPr/>
        </p:nvSpPr>
        <p:spPr>
          <a:xfrm>
            <a:off x="7096125" y="3476625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MOF/COF中的典型用途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71AE2D67-AC24-4AA1-B4B2-75C2857AC685}"/>
              </a:ext>
            </a:extLst>
          </p:cNvPr>
          <p:cNvSpPr>
            <a:spLocks noGrp="1"/>
          </p:cNvSpPr>
          <p:nvPr/>
        </p:nvSpPr>
        <p:spPr>
          <a:xfrm>
            <a:off x="7096125" y="4048125"/>
            <a:ext cx="4476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物相鉴定：目标结构是否形成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结构稳定性：处理后周期结构是否保留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结晶特征：峰位和峰形如何变化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87DE89F2-EEA7-46F0-A0B7-5B23F219402D}"/>
              </a:ext>
            </a:extLst>
          </p:cNvPr>
          <p:cNvSpPr>
            <a:spLocks noGrp="1"/>
          </p:cNvSpPr>
          <p:nvPr/>
        </p:nvSpPr>
        <p:spPr>
          <a:xfrm>
            <a:off x="7096125" y="54292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4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MOF：金属有机框架；COF：共价有机框架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0">
            <a:extLst>
              <a:ext uri="{FF2B5EF4-FFF2-40B4-BE49-F238E27FC236}">
                <a16:creationId xmlns:a16="http://schemas.microsoft.com/office/drawing/2014/main" id="{4DC40CF4-090B-4765-A8AF-5818F524240B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 测试方法与MOF/COF样品制备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6A6DB55-F5EB-4D5D-8AB5-8A3347D4A235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8F09BA5C-B72A-4158-AFE8-77EBAD900A09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38FFB9C-DE2E-4E06-B05F-AA7130B45C78}"/>
              </a:ext>
            </a:extLst>
          </p:cNvPr>
          <p:cNvGraphicFramePr/>
          <p:nvPr/>
        </p:nvGraphicFramePr>
        <p:xfrm>
          <a:off x="466725" y="1333500"/>
          <a:ext cx="11239500" cy="41719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439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建议操作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注意事项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模式选择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粉末：常规粉末衍射（PXRD）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薄膜：掠入射XRD，以较小角度入射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本次以MOF/COF粉末样品为主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样品制备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温和研磨、铺平，控制样品高度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易失溶剂样品可密封或用毛细管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过度研磨可能损伤结构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压实可能改变相对峰强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扫描设置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常用铜靶，λ约1.5406 Å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2θ约2–40°，步长约0.02°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低角峰接近起始角时，应进一步扩展范围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质量控制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适当延长计数时间，提高信噪比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使用标准样品校准衍射角度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注意样品架背景和仪器引起的峰形变化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192CAAD7-4344-41DE-AF12-94509A3190C0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 常用分析软件及功能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0B24AFD-AE7E-43A8-942B-D52E0192D8C1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E2A0AA2-054A-42B9-90C5-5B6D924B0E50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AAA9BB0-5FF0-42C7-BD84-C6C6D6C04309}"/>
              </a:ext>
            </a:extLst>
          </p:cNvPr>
          <p:cNvGraphicFramePr/>
          <p:nvPr/>
        </p:nvGraphicFramePr>
        <p:xfrm>
          <a:off x="466725" y="1333500"/>
          <a:ext cx="11239500" cy="37623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常用软件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输出与注意点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寻峰与物相鉴定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JADE、Match!、DIFFRAC.EVA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与标准图谱或论文参考图进行匹配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结构模拟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Materials Studio（Reflex）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根据结构模型，计算理论衍射图谱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全谱拟合与分析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GSAS-II、TOPAS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调整模型参数，评价计算与实验的一致性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图谱整理与峰形分析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Origin / OriginPro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整理图谱、分析峰宽，保留原始数据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CE1DEE3C-DB60-453C-87EE-393117AA39B7}"/>
              </a:ext>
            </a:extLst>
          </p:cNvPr>
          <p:cNvSpPr>
            <a:spLocks noGrp="1"/>
          </p:cNvSpPr>
          <p:nvPr/>
        </p:nvSpPr>
        <p:spPr>
          <a:xfrm>
            <a:off x="619125" y="5381625"/>
            <a:ext cx="1095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基本分析流程：数据导入、峰位比较、结构模拟与全谱拟合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F98BF0A8-D1D8-4442-AE4F-5D470338F812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 XRD图谱的主要分析要点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935E0FE-BC2F-47E5-8D70-E112802FCACD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1BB8CCB-9856-43AE-A77C-E332A8FCAF3C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D8F51DF-4766-4990-A269-DEFB3C95EB29}"/>
              </a:ext>
            </a:extLst>
          </p:cNvPr>
          <p:cNvGraphicFramePr/>
          <p:nvPr/>
        </p:nvGraphicFramePr>
        <p:xfrm>
          <a:off x="466725" y="1333500"/>
          <a:ext cx="11239500" cy="37623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分析要素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能够获得的信息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需要注意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峰位（2θ）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反映晶面间距</a:t>
                      </a:r>
                    </a:p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用于物相鉴定与结构比较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解释峰位偏移前，应排除仪器和装样误差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峰宽（半高宽）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与有序区域尺度、局部畸变等有关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需考虑仪器展宽，晶畴尺寸不等于颗粒尺寸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相对峰强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与原子排列和晶粒取向等因素有关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样品用量及归一化处理也会影响峰强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全谱匹配与差值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与参考图谱进行全谱比对</a:t>
                      </a:r>
                    </a:p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检查一致性和有无杂峰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结合多个衍射峰及差值曲线进行判断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15F4FB90-0D74-43DB-A904-82712E52DC53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10906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7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综合峰位、峰宽与相对峰强，评价图谱与目标结构的一致性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0">
            <a:extLst>
              <a:ext uri="{FF2B5EF4-FFF2-40B4-BE49-F238E27FC236}">
                <a16:creationId xmlns:a16="http://schemas.microsoft.com/office/drawing/2014/main" id="{DBB1099E-E37C-40C0-940C-0B505BFB2A43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 XRD与其他常用表征技术的互补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08741BD-4EBA-4E2F-BD3D-2A1BB01A5839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8F4E47D-3118-433F-89C7-6AC71D09D8AE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E66B392-77A6-4081-84C7-6A880DA1E27F}"/>
              </a:ext>
            </a:extLst>
          </p:cNvPr>
          <p:cNvGraphicFramePr/>
          <p:nvPr/>
        </p:nvGraphicFramePr>
        <p:xfrm>
          <a:off x="466725" y="1333500"/>
          <a:ext cx="11239500" cy="4267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主要回答的问题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与XRD结合的价值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XRD / PXRD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平均晶体结构与物相组成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提供整体结构信息，适合处理前后比较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SEM / TEM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电子显微镜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颗粒形貌与尺寸，TEM可提供局部晶格信息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补充局部结构与形貌信息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EDS（能谱）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元素种类及空间分布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检查组成和分布，通常不能判断价态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红外 / 拉曼光谱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化学键及官能团信息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验证合成反应及官能团变化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XPS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X射线光电子能谱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表面元素组成与化学态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帮助判断元素的价态和化学环境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气体吸附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BET比表面积分析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孔隙可达性与比表面积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检验孔道是否仍然开放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E4836143-C8FC-4532-8326-7E9C81615647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  案例①：TT-TPDA-COF的结构表征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F13F467-66AA-417C-8E02-EB36BB0E3D84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9FC73FEC-EC2C-403B-9D2B-EF981388E2F6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BDAE947E-978F-4F71-AB73-8B3E3FFF21AC}"/>
              </a:ext>
            </a:extLst>
          </p:cNvPr>
          <p:cNvSpPr>
            <a:spLocks noGrp="1"/>
          </p:cNvSpPr>
          <p:nvPr/>
        </p:nvSpPr>
        <p:spPr>
          <a:xfrm>
            <a:off x="466725" y="5867400"/>
            <a:ext cx="1123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  <a:spcBef>
                <a:spcPts val="0"/>
              </a:spcBef>
              <a:spcAft>
                <a:spcPts val="0"/>
              </a:spcAft>
              <a:lnSpc>
                <a:spcPct val="105000"/>
              </a:lnSpc>
            </a:pPr>
            <a:r>
              <a:rPr sz="975" b="0" dirty="0" err="1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[1] XU Q, FU K, LIU Z, et al. Thiophene-Based Bipolar-Type Covalent Organic Frameworks with Extended π-Conjugation as Superior Cathode for Lithium-Ion Batteries[J]. Advanced Functional Materials, 2025, 35(39): 2506111.</a:t>
            </a:r>
          </a:p>
          <a:p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  <a:spcBef>
                <a:spcPts val="0"/>
              </a:spcBef>
              <a:spcAft>
                <a:spcPts val="0"/>
              </a:spcAft>
              <a:lnSpc>
                <a:spcPct val="105000"/>
              </a:lnSpc>
            </a:pPr>
            <a:r>
              <a:rPr sz="975" b="0" dirty="0" err="1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DOI: 10.1002/adfm.202506111. 图源：文献[1]图1(a)（公开图注相符，原图待复核）。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ADFE40FE-4662-48F5-8F0F-376F08906F54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研究主题：扩展π共轭的噻吩基COF用于锂离子电池正极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58837BB-D4CF-4488-A8FF-0A263D7A7F6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329104" y="1352550"/>
            <a:ext cx="4009292" cy="3429000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7A378710-922C-4234-B251-35AE690E0F1E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Experimental：实验数据；Pawley Refined：全谱拟合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Simulated：模拟图谱；Bragg Positions：理论峰位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Difference：实验与拟合差值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Intensity (a.u.)：相对强度；2θ (degree)：衍射角（°）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11F78167-8FB3-4C52-A24C-82DF013188FE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低角衍射峰与结构特征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637D93CF-59A8-4E06-B29C-D14E938C4639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主峰位于2θ &lt; 5°的低角区域。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实验数据与Pawley全谱拟合线基本吻合。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FD103687-BE64-4D83-9A17-DD1A52DEE982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拟合结果与图谱匹配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FEE07E7E-AD84-48AB-8627-6FBF4AEA2CCA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Rp = 3.86%，Rwp = 5.28%（拟合残差）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模拟峰位与实验特征峰总体对应。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C50B4434-4641-413B-B97B-CEE310CC09BA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图谱分析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拟合支持候选晶胞与实验图谱相容。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堆积模型仍需联合其他表征判断。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E717DFC5-AA53-4240-B844-4ED8B16F6B06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  案例②：Np-TPDA-COF的对照分析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1123919-EC2C-48CD-9D24-C0C97583B725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25050E2-8D98-4AE7-8831-D9C47494B98D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3ABFDA9-0260-4A85-92EB-EE6D6067166A}"/>
              </a:ext>
            </a:extLst>
          </p:cNvPr>
          <p:cNvSpPr>
            <a:spLocks noGrp="1"/>
          </p:cNvSpPr>
          <p:nvPr/>
        </p:nvSpPr>
        <p:spPr>
          <a:xfrm>
            <a:off x="466725" y="5867400"/>
            <a:ext cx="1123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  <a:spcBef>
                <a:spcPts val="0"/>
              </a:spcBef>
              <a:spcAft>
                <a:spcPts val="0"/>
              </a:spcAft>
              <a:lnSpc>
                <a:spcPct val="105000"/>
              </a:lnSpc>
            </a:pPr>
            <a:r>
              <a:rPr sz="975" b="0" dirty="0" err="1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[1] XU Q, FU K, LIU Z, et al. Thiophene-Based Bipolar-Type Covalent Organic Frameworks with Extended π-Conjugation as Superior Cathode for Lithium-Ion Batteries[J]. Advanced Functional Materials, 2025, 35(39): 2506111.</a:t>
            </a:r>
          </a:p>
          <a:p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  <a:spcBef>
                <a:spcPts val="0"/>
              </a:spcBef>
              <a:spcAft>
                <a:spcPts val="0"/>
              </a:spcAft>
              <a:lnSpc>
                <a:spcPct val="105000"/>
              </a:lnSpc>
            </a:pPr>
            <a:r>
              <a:rPr sz="975" b="0" dirty="0" err="1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DOI: 10.1002/adfm.202506111. 图源：文献[1]图1(b)（公开图注相符，原图待复核）。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22D36303-D64C-4220-8360-B2E494DD603C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研究主题：COF电池正极的结构对照，比较Np与噻吩基骨架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4AB4A6A-547C-4051-BC6D-3B35A492725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315915" y="1352550"/>
            <a:ext cx="4035669" cy="3429000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C0CDE599-0434-4E97-947D-BB3E0FD18ED2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Experimental：实验数据；Pawley Refined：全谱拟合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Simulated：模拟图谱；Bragg Positions：理论峰位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Difference：实验与拟合差值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Intensity (a.u.)：相对强度；2θ (degree)：衍射角（°）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E6653DE9-3158-4093-9107-789631CE6CB4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对照样品的衍射特征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F9CC847B-D170-437C-8210-1BB48CC2DB4E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实验曲线与拟合曲线基本吻合，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较弱衍射峰也与理论峰位相对应。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934C2225-2950-49EC-962E-A012A314ED15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拟合结果与图谱匹配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C3BEE86E-2C32-4839-B55D-9679445B751F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Rp = 3.47%，Rwp = 4.98%（拟合残差）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两种COF的峰位与各自模型对应。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C5301CE3-2D6E-4243-AEB5-AAD517DED343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对照分析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拟合残差较低，不代表结晶度更高。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性能差异还需结合电化学测试解释。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192A4EAA-DCFF-4A62-8FDD-91068E369E46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  MOF案例：UiO-66的尺寸与峰宽变化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1A29D83-1752-41AA-8454-5F779A6B7D1C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924778D-6008-41AD-B64B-7227986F421E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FF22F7D-68C5-462E-BCF9-6129A86C0212}"/>
              </a:ext>
            </a:extLst>
          </p:cNvPr>
          <p:cNvSpPr>
            <a:spLocks noGrp="1"/>
          </p:cNvSpPr>
          <p:nvPr/>
        </p:nvSpPr>
        <p:spPr>
          <a:xfrm>
            <a:off x="466725" y="5867400"/>
            <a:ext cx="1123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  <a:spcBef>
                <a:spcPts val="0"/>
              </a:spcBef>
              <a:spcAft>
                <a:spcPts val="0"/>
              </a:spcAft>
              <a:lnSpc>
                <a:spcPct val="105000"/>
              </a:lnSpc>
            </a:pPr>
            <a:r>
              <a:rPr sz="975" b="0" dirty="0" err="1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[2] DAI S, SIMMS C, PATRIARCHE G, et al. Highly defective ultra-small tetravalent MOF nanocrystals[J]. Nature Communications, 2024, 15(1): 3434.</a:t>
            </a:r>
          </a:p>
          <a:p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  <a:spcBef>
                <a:spcPts val="0"/>
              </a:spcBef>
              <a:spcAft>
                <a:spcPts val="0"/>
              </a:spcAft>
              <a:lnSpc>
                <a:spcPct val="105000"/>
              </a:lnSpc>
            </a:pPr>
            <a:r>
              <a:rPr sz="975" b="0" dirty="0" err="1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DOI: 10.1038/s41467-024-47426-x. 图源：文献[2]图2(b)，裁剪，CC BY 4.0；TEM粒径数据见图2(c)。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D1ED7F82-32CB-43A0-A185-52CE4F4852C0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研究主题：高缺陷超小UiO-66纳米晶的制备及催化应用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9B8A606-05A4-4727-A7F2-F731CB01BF9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689135" y="1352550"/>
            <a:ext cx="3289231" cy="3429000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9C7AB515-2FE2-49BF-AB40-2FABE56B5482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Simulated：UiO-66模拟图谱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10–80 mL：合成时的乙醇用量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（111）、（200）等：晶面编号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2θ / °：衍射角，单位为度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633DDBEC-31DF-44CD-8644-3F219FDF8020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衍射峰展宽现象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E1AC870D-D040-4816-AB08-235D3596791F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随着乙醇用量增加，衍射峰逐渐展宽。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80 mL样品的相邻峰明显重叠。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59951FCB-1108-419F-A068-A99D39D7CBA3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透射电子显微镜（TEM）验证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5B3F67B8-AFCB-4A21-A7A4-E82884FEF770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TEM平均粒径：40、14、9、5 nm。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超小颗粒中仍可观察到局部晶格。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BA8C4BAB-0AB1-49A1-968D-24148F5E9374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图谱分析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峰展宽与有序区域尺度减小相一致。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仅凭宽峰不能判定样品完全无定形。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FBF5ACBE-9356-427E-B098-CFFCAC4164E3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09  COF案例：ACOF-1的层间堆积结构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B11EFB1-F056-42B9-A7F8-EDACEE279BB1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11F56081-D045-458A-8951-55D02585239F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1FE24DC-AACF-4177-9FB5-83C65101109D}"/>
              </a:ext>
            </a:extLst>
          </p:cNvPr>
          <p:cNvSpPr>
            <a:spLocks noGrp="1"/>
          </p:cNvSpPr>
          <p:nvPr/>
        </p:nvSpPr>
        <p:spPr>
          <a:xfrm>
            <a:off x="466725" y="5867400"/>
            <a:ext cx="1123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  <a:spcBef>
                <a:spcPts val="0"/>
              </a:spcBef>
              <a:spcAft>
                <a:spcPts val="0"/>
              </a:spcAft>
              <a:lnSpc>
                <a:spcPct val="105000"/>
              </a:lnSpc>
            </a:pPr>
            <a:r>
              <a: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[3] XIE Y, RONG Q, MAO F, et al. Engineering the pore environment of antiparallel stacked covalent organic frameworks for capture of iodine pollutants[J]. Nature Communications, 2024, 15(1): 2671.</a:t>
            </a:r>
          </a:p>
          <a:p>
            <a:pPr algn="l">
              <a:def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  <a:spcBef>
                <a:spcPts val="0"/>
              </a:spcBef>
              <a:spcAft>
                <a:spcPts val="0"/>
              </a:spcAft>
              <a:lnSpc>
                <a:spcPct val="105000"/>
              </a:lnSpc>
            </a:pPr>
            <a:r>
              <a:rPr sz="97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DOI: 10.1038/s41467-024-46942-0. 图源：文献[3]图2(d)，裁剪，CC BY 4.0。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6E47292-C899-4E28-BFAE-C1FE120AB921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研究主题：反平行堆积COF的孔道调控及碘污染物捕获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EB4677-DDC9-44CC-8AF9-CEF0D0246DC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420878" y="1352550"/>
            <a:ext cx="3825744" cy="3429000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0CFC28B3-EDF1-46D6-9FA4-270711E1B40A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antiparallel AA stacking：反平行AA堆积</a:t>
            </a:r>
          </a:p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相邻层方向相反，位置大致上下对应</a:t>
            </a:r>
          </a:p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黑：实验；红：拟合；蓝：模拟</a:t>
            </a:r>
          </a:p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绿：理论峰位；灰：实验与拟合差值</a:t>
            </a:r>
          </a:p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（100）等为晶面编号；2θ为衍射角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0791F37D-A3A6-4AA8-AE67-5F54A5AE31A6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峰位与晶面归属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1CB383BE-5E9D-4468-8F49-049C4C27C485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7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2θ约2.5°、4.2°、4.9°、6.5°、8.4°。</a:t>
            </a:r>
          </a:p>
          <a:p>
            <a:pPr algn="l">
              <a:defRPr sz="17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对应(100)、(110)、(200)、(210)、(310)。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8E05A513-0E2B-4CCA-982D-5D938EC99D82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结构拟合与辅助表征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15162807-3E59-4B4A-948E-23C1FF73D463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Rwp = 5.71%（Pawley全谱拟合）。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X射线散射及高分辨TEM提供补充证据。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41704B7C-8155-4381-83AB-6DEA9D4F7D5B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图谱分析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多种证据支持反平行AA堆积模型。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拟合良好并不代表结构模型唯一。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E21A523-0B1E-4A03-9A29-7828748BF34A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3286125" y="4586288"/>
            <a:ext cx="742950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E48DA7E-A6A2-4187-A376-F4B95609F28D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3286125" y="3433763"/>
            <a:ext cx="742950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1807909-994B-47D3-8D14-97EB4BD11E2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286125" y="2281238"/>
            <a:ext cx="742950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sp>
        <p:nvSpPr>
          <p:cNvPr id="24" name="text-0">
            <a:extLst>
              <a:ext uri="{FF2B5EF4-FFF2-40B4-BE49-F238E27FC236}">
                <a16:creationId xmlns:a16="http://schemas.microsoft.com/office/drawing/2014/main" id="{ABE0ABB7-A26D-463C-9A20-3F31F5DBC732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案例归纳与结构—性能关系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6DCBEFD-3963-4352-8236-E4D75A89D5F4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8DE42812-3682-4773-B80D-E340DA97D1CB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5E212D72-EE62-4D42-9BCD-572D711FB886}"/>
              </a:ext>
            </a:extLst>
          </p:cNvPr>
          <p:cNvSpPr>
            <a:spLocks noGrp="1"/>
          </p:cNvSpPr>
          <p:nvPr/>
        </p:nvSpPr>
        <p:spPr>
          <a:xfrm>
            <a:off x="619125" y="121920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研究对象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D5F5F998-BAA6-4381-AF8F-1CC1DDD7B016}"/>
              </a:ext>
            </a:extLst>
          </p:cNvPr>
          <p:cNvSpPr>
            <a:spLocks noGrp="1"/>
          </p:cNvSpPr>
          <p:nvPr/>
        </p:nvSpPr>
        <p:spPr>
          <a:xfrm>
            <a:off x="4029075" y="1219200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XRD结构证据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C80E760-6610-4655-A4F8-192BFDE257F9}"/>
              </a:ext>
            </a:extLst>
          </p:cNvPr>
          <p:cNvSpPr>
            <a:spLocks noGrp="1"/>
          </p:cNvSpPr>
          <p:nvPr/>
        </p:nvSpPr>
        <p:spPr>
          <a:xfrm>
            <a:off x="8477250" y="12192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辅助表征与性能验证</a:t>
            </a:r>
          </a:p>
        </p:txBody>
      </p:sp>
      <p:sp>
        <p:nvSpPr>
          <p:cNvPr id="8" name="concept-7">
            <a:extLst>
              <a:ext uri="{FF2B5EF4-FFF2-40B4-BE49-F238E27FC236}">
                <a16:creationId xmlns:a16="http://schemas.microsoft.com/office/drawing/2014/main" id="{5AF734DB-A395-465B-9590-8B72F3472763}"/>
              </a:ext>
            </a:extLst>
          </p:cNvPr>
          <p:cNvSpPr>
            <a:spLocks noGrp="1"/>
          </p:cNvSpPr>
          <p:nvPr/>
        </p:nvSpPr>
        <p:spPr>
          <a:xfrm>
            <a:off x="619125" y="1838325"/>
            <a:ext cx="266700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COF电池正极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TT / Np-TPDA-COF</a:t>
            </a:r>
          </a:p>
        </p:txBody>
      </p:sp>
      <p:sp>
        <p:nvSpPr>
          <p:cNvPr id="9" name="concept-8">
            <a:extLst>
              <a:ext uri="{FF2B5EF4-FFF2-40B4-BE49-F238E27FC236}">
                <a16:creationId xmlns:a16="http://schemas.microsoft.com/office/drawing/2014/main" id="{E9ABC748-A816-4303-BD5C-6F8D1320D83E}"/>
              </a:ext>
            </a:extLst>
          </p:cNvPr>
          <p:cNvSpPr>
            <a:spLocks noGrp="1"/>
          </p:cNvSpPr>
          <p:nvPr/>
        </p:nvSpPr>
        <p:spPr>
          <a:xfrm>
            <a:off x="4029075" y="1838325"/>
            <a:ext cx="3333750" cy="885825"/>
          </a:xfrm>
          <a:prstGeom prst="roundRect">
            <a:avLst>
              <a:gd name="adj" fmla="val 8602"/>
            </a:avLst>
          </a:prstGeom>
          <a:solidFill>
            <a:srgbClr val="E3F2F7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实验与模拟图谱匹配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结合其他证据分析堆积</a:t>
            </a:r>
          </a:p>
        </p:txBody>
      </p:sp>
      <p:sp>
        <p:nvSpPr>
          <p:cNvPr id="10" name="concept-9">
            <a:extLst>
              <a:ext uri="{FF2B5EF4-FFF2-40B4-BE49-F238E27FC236}">
                <a16:creationId xmlns:a16="http://schemas.microsoft.com/office/drawing/2014/main" id="{764F1E6B-E6B6-4E90-91E9-F70E3F66E1C7}"/>
              </a:ext>
            </a:extLst>
          </p:cNvPr>
          <p:cNvSpPr>
            <a:spLocks noGrp="1"/>
          </p:cNvSpPr>
          <p:nvPr/>
        </p:nvSpPr>
        <p:spPr>
          <a:xfrm>
            <a:off x="8477250" y="1838325"/>
            <a:ext cx="314325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充放电、导电性测试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分析电池储能性能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D1A3293F-A9CD-4DEE-BC67-116BE327185A}"/>
              </a:ext>
            </a:extLst>
          </p:cNvPr>
          <p:cNvSpPr>
            <a:spLocks noGrp="1"/>
          </p:cNvSpPr>
          <p:nvPr/>
        </p:nvSpPr>
        <p:spPr>
          <a:xfrm>
            <a:off x="7677150" y="20764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rPr>
              <a:t>＋</a:t>
            </a:r>
          </a:p>
        </p:txBody>
      </p:sp>
      <p:sp>
        <p:nvSpPr>
          <p:cNvPr id="13" name="concept-12">
            <a:extLst>
              <a:ext uri="{FF2B5EF4-FFF2-40B4-BE49-F238E27FC236}">
                <a16:creationId xmlns:a16="http://schemas.microsoft.com/office/drawing/2014/main" id="{B0AD07AE-F47C-4F75-99C5-3C7F3C99963F}"/>
              </a:ext>
            </a:extLst>
          </p:cNvPr>
          <p:cNvSpPr>
            <a:spLocks noGrp="1"/>
          </p:cNvSpPr>
          <p:nvPr/>
        </p:nvSpPr>
        <p:spPr>
          <a:xfrm>
            <a:off x="619125" y="2990850"/>
            <a:ext cx="266700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超小UiO-66纳米晶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MOF催化材料</a:t>
            </a:r>
          </a:p>
        </p:txBody>
      </p:sp>
      <p:sp>
        <p:nvSpPr>
          <p:cNvPr id="14" name="concept-13">
            <a:extLst>
              <a:ext uri="{FF2B5EF4-FFF2-40B4-BE49-F238E27FC236}">
                <a16:creationId xmlns:a16="http://schemas.microsoft.com/office/drawing/2014/main" id="{71CD243B-2DED-4756-AE63-61E23A26984D}"/>
              </a:ext>
            </a:extLst>
          </p:cNvPr>
          <p:cNvSpPr>
            <a:spLocks noGrp="1"/>
          </p:cNvSpPr>
          <p:nvPr/>
        </p:nvSpPr>
        <p:spPr>
          <a:xfrm>
            <a:off x="4029075" y="2990850"/>
            <a:ext cx="3333750" cy="885825"/>
          </a:xfrm>
          <a:prstGeom prst="roundRect">
            <a:avLst>
              <a:gd name="adj" fmla="val 8602"/>
            </a:avLst>
          </a:prstGeom>
          <a:solidFill>
            <a:srgbClr val="E3F2F7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衍射峰展宽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结合TEM分析尺寸变化</a:t>
            </a:r>
          </a:p>
        </p:txBody>
      </p:sp>
      <p:sp>
        <p:nvSpPr>
          <p:cNvPr id="15" name="concept-14">
            <a:extLst>
              <a:ext uri="{FF2B5EF4-FFF2-40B4-BE49-F238E27FC236}">
                <a16:creationId xmlns:a16="http://schemas.microsoft.com/office/drawing/2014/main" id="{9E021AD7-3397-42B4-B6F4-738F0FCB5D60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314325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热分析及组成表征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催化性能测试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BF18B9AD-1B52-4E9A-B0A4-9E58F85A75F8}"/>
              </a:ext>
            </a:extLst>
          </p:cNvPr>
          <p:cNvSpPr>
            <a:spLocks noGrp="1"/>
          </p:cNvSpPr>
          <p:nvPr/>
        </p:nvSpPr>
        <p:spPr>
          <a:xfrm>
            <a:off x="7677150" y="3228975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rPr>
              <a:t>＋</a:t>
            </a:r>
          </a:p>
        </p:txBody>
      </p:sp>
      <p:sp>
        <p:nvSpPr>
          <p:cNvPr id="18" name="concept-17">
            <a:extLst>
              <a:ext uri="{FF2B5EF4-FFF2-40B4-BE49-F238E27FC236}">
                <a16:creationId xmlns:a16="http://schemas.microsoft.com/office/drawing/2014/main" id="{F8866126-7CCA-4A06-AD61-F9C3A3FE71AA}"/>
              </a:ext>
            </a:extLst>
          </p:cNvPr>
          <p:cNvSpPr>
            <a:spLocks noGrp="1"/>
          </p:cNvSpPr>
          <p:nvPr/>
        </p:nvSpPr>
        <p:spPr>
          <a:xfrm>
            <a:off x="619125" y="4143375"/>
            <a:ext cx="266700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反平行堆积ACOF-1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COF碘吸附材料</a:t>
            </a:r>
          </a:p>
        </p:txBody>
      </p:sp>
      <p:sp>
        <p:nvSpPr>
          <p:cNvPr id="19" name="concept-18">
            <a:extLst>
              <a:ext uri="{FF2B5EF4-FFF2-40B4-BE49-F238E27FC236}">
                <a16:creationId xmlns:a16="http://schemas.microsoft.com/office/drawing/2014/main" id="{939A51C0-D841-457A-91D3-4A7BEE6F377A}"/>
              </a:ext>
            </a:extLst>
          </p:cNvPr>
          <p:cNvSpPr>
            <a:spLocks noGrp="1"/>
          </p:cNvSpPr>
          <p:nvPr/>
        </p:nvSpPr>
        <p:spPr>
          <a:xfrm>
            <a:off x="4029075" y="4143375"/>
            <a:ext cx="3333750" cy="885825"/>
          </a:xfrm>
          <a:prstGeom prst="roundRect">
            <a:avLst>
              <a:gd name="adj" fmla="val 8602"/>
            </a:avLst>
          </a:prstGeom>
          <a:solidFill>
            <a:srgbClr val="E3F2F7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多峰匹配与全谱拟合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结合其他证据分析堆积</a:t>
            </a:r>
          </a:p>
        </p:txBody>
      </p:sp>
      <p:sp>
        <p:nvSpPr>
          <p:cNvPr id="20" name="concept-19">
            <a:extLst>
              <a:ext uri="{FF2B5EF4-FFF2-40B4-BE49-F238E27FC236}">
                <a16:creationId xmlns:a16="http://schemas.microsoft.com/office/drawing/2014/main" id="{BBBDF2C2-97BA-4983-93C4-14F8A956B463}"/>
              </a:ext>
            </a:extLst>
          </p:cNvPr>
          <p:cNvSpPr>
            <a:spLocks noGrp="1"/>
          </p:cNvSpPr>
          <p:nvPr/>
        </p:nvSpPr>
        <p:spPr>
          <a:xfrm>
            <a:off x="8477250" y="4143375"/>
            <a:ext cx="314325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光谱、显微和吸附测试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rPr>
              <a:t>评价碘捕获能力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0B94C823-7387-48FC-8935-FF08F7A4314D}"/>
              </a:ext>
            </a:extLst>
          </p:cNvPr>
          <p:cNvSpPr>
            <a:spLocks noGrp="1"/>
          </p:cNvSpPr>
          <p:nvPr/>
        </p:nvSpPr>
        <p:spPr>
          <a:xfrm>
            <a:off x="7677150" y="43815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rPr>
              <a:t>＋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6C9778EB-A313-4EEE-A492-3B9388F8B90C}"/>
              </a:ext>
            </a:extLst>
          </p:cNvPr>
          <p:cNvSpPr>
            <a:spLocks noGrp="1"/>
          </p:cNvSpPr>
          <p:nvPr/>
        </p:nvSpPr>
        <p:spPr>
          <a:xfrm>
            <a:off x="619125" y="54292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结构证据与功能测试相互印证，建立材料结构与性能的联系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631E2CD4-F291-46BC-ABC3-BB85471F7B51}"/>
              </a:ext>
            </a:extLst>
          </p:cNvPr>
          <p:cNvCxnSpPr>
            <a:stCxn id="9" idx="1"/>
            <a:endCxn id="5" idx="2"/>
          </p:cNvCxnSpPr>
          <p:nvPr/>
        </p:nvCxnSpPr>
        <p:spPr>
          <a:xfrm flipH="1" flipV="1">
            <a:off x="6096000" y="4000500"/>
            <a:ext cx="2276475" cy="828675"/>
          </a:xfrm>
          <a:prstGeom prst="bentConnector2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2C0D1F93-7215-412B-9873-A73065E46BE7}"/>
              </a:ext>
            </a:extLst>
          </p:cNvPr>
          <p:cNvCxnSpPr>
            <a:stCxn id="8" idx="3"/>
            <a:endCxn id="5" idx="2"/>
          </p:cNvCxnSpPr>
          <p:nvPr/>
        </p:nvCxnSpPr>
        <p:spPr>
          <a:xfrm flipV="1">
            <a:off x="3810000" y="4000500"/>
            <a:ext cx="2286000" cy="828675"/>
          </a:xfrm>
          <a:prstGeom prst="bentConnector2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1A2D5A19-4744-4678-B9AA-FA6DD092E60C}"/>
              </a:ext>
            </a:extLst>
          </p:cNvPr>
          <p:cNvCxnSpPr>
            <a:stCxn id="7" idx="1"/>
            <a:endCxn id="5" idx="0"/>
          </p:cNvCxnSpPr>
          <p:nvPr/>
        </p:nvCxnSpPr>
        <p:spPr>
          <a:xfrm flipH="1">
            <a:off x="6096000" y="1952625"/>
            <a:ext cx="2276475" cy="790575"/>
          </a:xfrm>
          <a:prstGeom prst="bentConnector2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E50AAC55-EBD9-4207-A991-8ED1CED0207B}"/>
              </a:ext>
            </a:extLst>
          </p:cNvPr>
          <p:cNvCxnSpPr>
            <a:stCxn id="6" idx="3"/>
            <a:endCxn id="5" idx="0"/>
          </p:cNvCxnSpPr>
          <p:nvPr/>
        </p:nvCxnSpPr>
        <p:spPr>
          <a:xfrm>
            <a:off x="3810000" y="1952625"/>
            <a:ext cx="2286000" cy="790575"/>
          </a:xfrm>
          <a:prstGeom prst="bentConnector2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sp>
        <p:nvSpPr>
          <p:cNvPr id="15" name="text-0">
            <a:extLst>
              <a:ext uri="{FF2B5EF4-FFF2-40B4-BE49-F238E27FC236}">
                <a16:creationId xmlns:a16="http://schemas.microsoft.com/office/drawing/2014/main" id="{052FEEC2-52AC-4DE5-A3F4-53AF568D81A3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  总结：XRD分析与读图速查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53AD045-03E3-408F-85E7-E65FEBBA8A0F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8A22C5F-EE77-4D45-B16F-0CF09028D663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5" name="concept-4">
            <a:extLst>
              <a:ext uri="{FF2B5EF4-FFF2-40B4-BE49-F238E27FC236}">
                <a16:creationId xmlns:a16="http://schemas.microsoft.com/office/drawing/2014/main" id="{0EEE02C6-370C-4974-9755-D031B030D17D}"/>
              </a:ext>
            </a:extLst>
          </p:cNvPr>
          <p:cNvSpPr>
            <a:spLocks noGrp="1"/>
          </p:cNvSpPr>
          <p:nvPr/>
        </p:nvSpPr>
        <p:spPr>
          <a:xfrm>
            <a:off x="4543425" y="2743200"/>
            <a:ext cx="3105150" cy="1257300"/>
          </a:xfrm>
          <a:prstGeom prst="roundRect">
            <a:avLst>
              <a:gd name="adj" fmla="val 6061"/>
            </a:avLst>
          </a:prstGeom>
          <a:solidFill>
            <a:srgbClr val="005B94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XRD图谱解析</a:t>
            </a:r>
          </a:p>
          <a:p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结构证据的综合判断</a:t>
            </a:r>
          </a:p>
        </p:txBody>
      </p:sp>
      <p:sp>
        <p:nvSpPr>
          <p:cNvPr id="6" name="concept-5">
            <a:extLst>
              <a:ext uri="{FF2B5EF4-FFF2-40B4-BE49-F238E27FC236}">
                <a16:creationId xmlns:a16="http://schemas.microsoft.com/office/drawing/2014/main" id="{3FA1D567-0F37-4372-9DAA-DD2117F67E1C}"/>
              </a:ext>
            </a:extLst>
          </p:cNvPr>
          <p:cNvSpPr>
            <a:spLocks noGrp="1"/>
          </p:cNvSpPr>
          <p:nvPr/>
        </p:nvSpPr>
        <p:spPr>
          <a:xfrm>
            <a:off x="619125" y="1247775"/>
            <a:ext cx="3619500" cy="1409700"/>
          </a:xfrm>
          <a:prstGeom prst="roundRect">
            <a:avLst>
              <a:gd name="adj" fmla="val 7143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47625" rIns="114300" bIns="47625" anchor="ctr"/>
          <a:lstStyle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数据分析流程</a:t>
            </a:r>
          </a:p>
          <a:p>
            <a:pPr algn="ctr">
              <a:defRPr sz="165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rPr>
              <a:t>原始数据保存与质量检查</a:t>
            </a:r>
          </a:p>
          <a:p>
            <a:pPr algn="ctr">
              <a:defRPr sz="165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rPr>
              <a:t>寻峰、全谱比对与模型检验</a:t>
            </a:r>
          </a:p>
          <a:p>
            <a:pPr algn="ctr">
              <a:defRPr sz="165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rPr>
              <a:t>联合表征，保留分析记录</a:t>
            </a:r>
          </a:p>
        </p:txBody>
      </p:sp>
      <p:sp>
        <p:nvSpPr>
          <p:cNvPr id="7" name="concept-6">
            <a:extLst>
              <a:ext uri="{FF2B5EF4-FFF2-40B4-BE49-F238E27FC236}">
                <a16:creationId xmlns:a16="http://schemas.microsoft.com/office/drawing/2014/main" id="{51942F1F-D81F-42B1-A3A7-C35259D7AE68}"/>
              </a:ext>
            </a:extLst>
          </p:cNvPr>
          <p:cNvSpPr>
            <a:spLocks noGrp="1"/>
          </p:cNvSpPr>
          <p:nvPr/>
        </p:nvSpPr>
        <p:spPr>
          <a:xfrm>
            <a:off x="7943850" y="1247775"/>
            <a:ext cx="3619500" cy="1409700"/>
          </a:xfrm>
          <a:prstGeom prst="roundRect">
            <a:avLst>
              <a:gd name="adj" fmla="val 7143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47625" rIns="114300" bIns="47625" anchor="ctr"/>
          <a:lstStyle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软件分工</a:t>
            </a:r>
          </a:p>
          <a:p>
            <a:pPr algn="ctr">
              <a:def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rPr>
              <a:t>检索：JADE / Match!</a:t>
            </a:r>
          </a:p>
          <a:p>
            <a:pPr algn="ctr">
              <a:def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rPr>
              <a:t>模拟：Materials Studio</a:t>
            </a:r>
          </a:p>
          <a:p>
            <a:pPr algn="ctr">
              <a:def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rPr>
              <a:t>拟合：GSAS-II / TOPAS</a:t>
            </a:r>
          </a:p>
          <a:p>
            <a:pPr algn="ctr">
              <a:def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rPr>
              <a:t>绘图：Origin</a:t>
            </a:r>
          </a:p>
        </p:txBody>
      </p:sp>
      <p:sp>
        <p:nvSpPr>
          <p:cNvPr id="8" name="concept-7">
            <a:extLst>
              <a:ext uri="{FF2B5EF4-FFF2-40B4-BE49-F238E27FC236}">
                <a16:creationId xmlns:a16="http://schemas.microsoft.com/office/drawing/2014/main" id="{90C04F17-D9BA-4A84-82DD-AECE191BF07F}"/>
              </a:ext>
            </a:extLst>
          </p:cNvPr>
          <p:cNvSpPr>
            <a:spLocks noGrp="1"/>
          </p:cNvSpPr>
          <p:nvPr/>
        </p:nvSpPr>
        <p:spPr>
          <a:xfrm>
            <a:off x="619125" y="4067175"/>
            <a:ext cx="3619500" cy="1524000"/>
          </a:xfrm>
          <a:prstGeom prst="roundRect">
            <a:avLst>
              <a:gd name="adj" fmla="val 7143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47625" rIns="114300" bIns="47625" anchor="ctr"/>
          <a:lstStyle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公式速查</a:t>
            </a:r>
          </a:p>
          <a:p>
            <a:pPr algn="ctr">
              <a:defRPr sz="18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rPr>
              <a:t>nλ = 2d sinθ</a:t>
            </a:r>
          </a:p>
          <a:p>
            <a:pPr algn="ctr">
              <a:defRPr sz="17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rPr>
              <a:t>D = Kλ / (β cosθ)</a:t>
            </a: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rPr>
              <a:t>d：晶面间距；D：晶畴尺度</a:t>
            </a: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rPr>
              <a:t>β：校正峰宽，须用弧度</a:t>
            </a:r>
          </a:p>
        </p:txBody>
      </p:sp>
      <p:sp>
        <p:nvSpPr>
          <p:cNvPr id="9" name="concept-8">
            <a:extLst>
              <a:ext uri="{FF2B5EF4-FFF2-40B4-BE49-F238E27FC236}">
                <a16:creationId xmlns:a16="http://schemas.microsoft.com/office/drawing/2014/main" id="{7069829F-98FB-409A-A1E8-0DC6CC4AA102}"/>
              </a:ext>
            </a:extLst>
          </p:cNvPr>
          <p:cNvSpPr>
            <a:spLocks noGrp="1"/>
          </p:cNvSpPr>
          <p:nvPr/>
        </p:nvSpPr>
        <p:spPr>
          <a:xfrm>
            <a:off x="7943850" y="4067175"/>
            <a:ext cx="3619500" cy="1524000"/>
          </a:xfrm>
          <a:prstGeom prst="roundRect">
            <a:avLst>
              <a:gd name="adj" fmla="val 7143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47625" rIns="114300" bIns="47625" anchor="ctr"/>
          <a:lstStyle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拟合图例</a:t>
            </a: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rPr>
              <a:t>Observed：实验数据</a:t>
            </a: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rPr>
              <a:t>Fitting：全谱拟合曲线</a:t>
            </a: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rPr>
              <a:t>Simulated：模型模拟图谱</a:t>
            </a: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rPr>
              <a:t>Bragg Positions：理论峰位</a:t>
            </a: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rPr>
              <a:t>Difference：实验与拟合差值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A09FC85C-4754-4DE7-A136-CD071AFD3277}"/>
              </a:ext>
            </a:extLst>
          </p:cNvPr>
          <p:cNvSpPr>
            <a:spLocks noGrp="1"/>
          </p:cNvSpPr>
          <p:nvPr/>
        </p:nvSpPr>
        <p:spPr>
          <a:xfrm>
            <a:off x="619125" y="5648325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rPr>
              <a:t>分析原则：全谱比对、联合验证，结论与证据范围对应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BC4CB-73A6-55BD-458F-7D0171FC2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114">
            <a:extLst>
              <a:ext uri="{FF2B5EF4-FFF2-40B4-BE49-F238E27FC236}">
                <a16:creationId xmlns:a16="http://schemas.microsoft.com/office/drawing/2014/main" id="{BE95E236-1F0D-4997-EE4D-26151132F87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9792" y="252095"/>
            <a:ext cx="2812415" cy="2818716"/>
          </a:xfrm>
          <a:prstGeom prst="rect">
            <a:avLst/>
          </a:prstGeom>
          <a:effectLst>
            <a:outerShdw blurRad="127000" sx="101000" sy="101000" algn="ctr" rotWithShape="0">
              <a:prstClr val="black">
                <a:alpha val="51000"/>
              </a:prstClr>
            </a:outerShdw>
          </a:effectLst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24BCAAAA-96C6-D514-5511-F11FB3C340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557218">
            <a:off x="10233345" y="1995566"/>
            <a:ext cx="2345858" cy="1660785"/>
          </a:xfrm>
          <a:prstGeom prst="rect">
            <a:avLst/>
          </a:prstGeom>
        </p:spPr>
      </p:pic>
      <p:pic>
        <p:nvPicPr>
          <p:cNvPr id="25" name="Picture 22">
            <a:extLst>
              <a:ext uri="{FF2B5EF4-FFF2-40B4-BE49-F238E27FC236}">
                <a16:creationId xmlns:a16="http://schemas.microsoft.com/office/drawing/2014/main" id="{D917DA3F-08EE-5D59-270D-CBB37AB0A8D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alphaModFix amt="3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8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1547747"/>
            <a:ext cx="3346880" cy="3035364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2642519A-A3DF-B1E8-F875-19821CB1E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571" y="3195732"/>
            <a:ext cx="10014858" cy="1182916"/>
          </a:xfrm>
        </p:spPr>
        <p:txBody>
          <a:bodyPr>
            <a:normAutofit/>
          </a:bodyPr>
          <a:lstStyle/>
          <a:p>
            <a:r>
              <a:rPr lang="zh-CN" altLang="en-US" sz="7200" b="1" kern="2000" spc="209">
                <a:solidFill>
                  <a:schemeClr val="bg1"/>
                </a:solidFill>
                <a:uFillTx/>
              </a:rPr>
              <a:t>请</a:t>
            </a:r>
            <a:r>
              <a:rPr lang="zh-CN" altLang="en-US" sz="7200" b="1" kern="2000" spc="209" dirty="0">
                <a:solidFill>
                  <a:schemeClr val="bg1"/>
                </a:solidFill>
                <a:uFillTx/>
              </a:rPr>
              <a:t>各位批评指正</a:t>
            </a:r>
          </a:p>
        </p:txBody>
      </p:sp>
    </p:spTree>
    <p:extLst>
      <p:ext uri="{BB962C8B-B14F-4D97-AF65-F5344CB8AC3E}">
        <p14:creationId xmlns:p14="http://schemas.microsoft.com/office/powerpoint/2010/main" val="319434888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2325</Words>
  <Application>Microsoft Office PowerPoint</Application>
  <DocSecurity>0</DocSecurity>
  <PresentationFormat>宽屏</PresentationFormat>
  <Paragraphs>388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微软雅黑</vt:lpstr>
      <vt:lpstr>Arial</vt:lpstr>
      <vt:lpstr>Times New Roman</vt:lpstr>
      <vt:lpstr>思源宋体 CN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请各位批评指正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Tianyuan Xu</cp:lastModifiedBy>
  <cp:revision>5</cp:revision>
  <dcterms:created xsi:type="dcterms:W3CDTF">2026-10-15T13:18:15Z</dcterms:created>
  <dcterms:modified xsi:type="dcterms:W3CDTF">2026-10-16T00:48:50Z</dcterms:modified>
</cp:coreProperties>
</file>